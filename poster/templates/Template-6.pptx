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21945600" cx="32918400"/>
  <p:notesSz cx="6858000" cy="9144000"/>
  <p:embeddedFontLst>
    <p:embeddedFont>
      <p:font typeface="Nunito"/>
      <p:regular r:id="rId7"/>
      <p:bold r:id="rId8"/>
      <p:italic r:id="rId9"/>
      <p:boldItalic r:id="rId10"/>
    </p:embeddedFont>
    <p:embeddedFont>
      <p:font typeface="Lustria"/>
      <p:regular r:id="rId11"/>
    </p:embeddedFont>
    <p:embeddedFont>
      <p:font typeface="Open Sans"/>
      <p:regular r:id="rId12"/>
      <p:bold r:id="rId13"/>
      <p:italic r:id="rId14"/>
      <p:boldItalic r:id="rId15"/>
    </p:embeddedFont>
    <p:embeddedFont>
      <p:font typeface="Dosis SemiBo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912">
          <p15:clr>
            <a:srgbClr val="747775"/>
          </p15:clr>
        </p15:guide>
        <p15:guide id="2" pos="103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912" orient="horz"/>
        <p:guide pos="103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ustria-regular.fntdata"/><Relationship Id="rId10" Type="http://schemas.openxmlformats.org/officeDocument/2006/relationships/font" Target="fonts/Nunito-boldItalic.fntdata"/><Relationship Id="rId13" Type="http://schemas.openxmlformats.org/officeDocument/2006/relationships/font" Target="fonts/OpenSans-bold.fntdata"/><Relationship Id="rId12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Nunito-italic.fntdata"/><Relationship Id="rId15" Type="http://schemas.openxmlformats.org/officeDocument/2006/relationships/font" Target="fonts/OpenSans-boldItalic.fntdata"/><Relationship Id="rId14" Type="http://schemas.openxmlformats.org/officeDocument/2006/relationships/font" Target="fonts/OpenSans-italic.fntdata"/><Relationship Id="rId17" Type="http://schemas.openxmlformats.org/officeDocument/2006/relationships/font" Target="fonts/DosisSemiBold-bold.fntdata"/><Relationship Id="rId16" Type="http://schemas.openxmlformats.org/officeDocument/2006/relationships/font" Target="fonts/Dosis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Nunito-regular.fntdata"/><Relationship Id="rId8" Type="http://schemas.openxmlformats.org/officeDocument/2006/relationships/font" Target="fonts/Nuni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556" y="685800"/>
            <a:ext cx="514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857556" y="685800"/>
            <a:ext cx="514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122150" y="3176853"/>
            <a:ext cx="30674100" cy="8757900"/>
          </a:xfrm>
          <a:prstGeom prst="rect">
            <a:avLst/>
          </a:prstGeom>
        </p:spPr>
        <p:txBody>
          <a:bodyPr anchorCtr="0" anchor="b" bIns="349450" lIns="349450" spcFirstLastPara="1" rIns="349450" wrap="square" tIns="34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1pPr>
            <a:lvl2pPr lvl="1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2pPr>
            <a:lvl3pPr lvl="2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3pPr>
            <a:lvl4pPr lvl="3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4pPr>
            <a:lvl5pPr lvl="4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5pPr>
            <a:lvl6pPr lvl="5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6pPr>
            <a:lvl7pPr lvl="6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7pPr>
            <a:lvl8pPr lvl="7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8pPr>
            <a:lvl9pPr lvl="8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122120" y="12092267"/>
            <a:ext cx="30674100" cy="33819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122120" y="9176960"/>
            <a:ext cx="30674100" cy="35916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1pPr>
            <a:lvl2pPr lvl="1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2pPr>
            <a:lvl3pPr lvl="2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3pPr>
            <a:lvl4pPr lvl="3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4pPr>
            <a:lvl5pPr lvl="4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5pPr>
            <a:lvl6pPr lvl="5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6pPr>
            <a:lvl7pPr lvl="6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7pPr>
            <a:lvl8pPr lvl="7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8pPr>
            <a:lvl9pPr lvl="8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122120" y="1898773"/>
            <a:ext cx="30674100" cy="24435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1pPr>
            <a:lvl2pPr lvl="1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2pPr>
            <a:lvl3pPr lvl="2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3pPr>
            <a:lvl4pPr lvl="3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4pPr>
            <a:lvl5pPr lvl="4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5pPr>
            <a:lvl6pPr lvl="5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6pPr>
            <a:lvl7pPr lvl="6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7pPr>
            <a:lvl8pPr lvl="7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8pPr>
            <a:lvl9pPr lvl="8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122120" y="4917227"/>
            <a:ext cx="30674100" cy="145767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665480" lvl="0" marL="457200">
              <a:spcBef>
                <a:spcPts val="0"/>
              </a:spcBef>
              <a:spcAft>
                <a:spcPts val="0"/>
              </a:spcAft>
              <a:buSzPts val="6880"/>
              <a:buChar char="●"/>
              <a:defRPr sz="6880"/>
            </a:lvl1pPr>
            <a:lvl2pPr indent="-568395" lvl="1" marL="914400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2pPr>
            <a:lvl3pPr indent="-568395" lvl="2" marL="1371600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3pPr>
            <a:lvl4pPr indent="-568395" lvl="3" marL="1828800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4pPr>
            <a:lvl5pPr indent="-568396" lvl="4" marL="2286000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5pPr>
            <a:lvl6pPr indent="-568396" lvl="5" marL="2743200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6pPr>
            <a:lvl7pPr indent="-568396" lvl="6" marL="3200400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7pPr>
            <a:lvl8pPr indent="-568396" lvl="7" marL="3657600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8pPr>
            <a:lvl9pPr indent="-568396" lvl="8" marL="4114800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122120" y="1898773"/>
            <a:ext cx="30674100" cy="24435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1pPr>
            <a:lvl2pPr lvl="1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2pPr>
            <a:lvl3pPr lvl="2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3pPr>
            <a:lvl4pPr lvl="3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4pPr>
            <a:lvl5pPr lvl="4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5pPr>
            <a:lvl6pPr lvl="5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6pPr>
            <a:lvl7pPr lvl="6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7pPr>
            <a:lvl8pPr lvl="7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8pPr>
            <a:lvl9pPr lvl="8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122120" y="4917227"/>
            <a:ext cx="14399700" cy="145767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568395" lvl="0" marL="457200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1pPr>
            <a:lvl2pPr indent="-519854" lvl="1" marL="9144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2pPr>
            <a:lvl3pPr indent="-519854" lvl="2" marL="13716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3pPr>
            <a:lvl4pPr indent="-519854" lvl="3" marL="18288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4pPr>
            <a:lvl5pPr indent="-519854" lvl="4" marL="22860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5pPr>
            <a:lvl6pPr indent="-519854" lvl="5" marL="27432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6pPr>
            <a:lvl7pPr indent="-519854" lvl="6" marL="32004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7pPr>
            <a:lvl8pPr indent="-519854" lvl="7" marL="36576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8pPr>
            <a:lvl9pPr indent="-519854" lvl="8" marL="41148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7396640" y="4917227"/>
            <a:ext cx="14399700" cy="145767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568395" lvl="0" marL="457200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1pPr>
            <a:lvl2pPr indent="-519854" lvl="1" marL="9144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2pPr>
            <a:lvl3pPr indent="-519854" lvl="2" marL="13716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3pPr>
            <a:lvl4pPr indent="-519854" lvl="3" marL="18288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4pPr>
            <a:lvl5pPr indent="-519854" lvl="4" marL="22860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5pPr>
            <a:lvl6pPr indent="-519854" lvl="5" marL="27432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6pPr>
            <a:lvl7pPr indent="-519854" lvl="6" marL="32004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7pPr>
            <a:lvl8pPr indent="-519854" lvl="7" marL="36576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8pPr>
            <a:lvl9pPr indent="-519854" lvl="8" marL="41148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122120" y="1898773"/>
            <a:ext cx="30674100" cy="24435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1pPr>
            <a:lvl2pPr lvl="1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2pPr>
            <a:lvl3pPr lvl="2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3pPr>
            <a:lvl4pPr lvl="3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4pPr>
            <a:lvl5pPr lvl="4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5pPr>
            <a:lvl6pPr lvl="5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6pPr>
            <a:lvl7pPr lvl="6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7pPr>
            <a:lvl8pPr lvl="7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8pPr>
            <a:lvl9pPr lvl="8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122120" y="2370560"/>
            <a:ext cx="10108800" cy="3224400"/>
          </a:xfrm>
          <a:prstGeom prst="rect">
            <a:avLst/>
          </a:prstGeom>
        </p:spPr>
        <p:txBody>
          <a:bodyPr anchorCtr="0" anchor="b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1pPr>
            <a:lvl2pPr lvl="1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2pPr>
            <a:lvl3pPr lvl="2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3pPr>
            <a:lvl4pPr lvl="3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4pPr>
            <a:lvl5pPr lvl="4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5pPr>
            <a:lvl6pPr lvl="5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6pPr>
            <a:lvl7pPr lvl="6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7pPr>
            <a:lvl8pPr lvl="7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8pPr>
            <a:lvl9pPr lvl="8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122120" y="5928960"/>
            <a:ext cx="10108800" cy="135654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519854" lvl="0" marL="4572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1pPr>
            <a:lvl2pPr indent="-519854" lvl="1" marL="9144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2pPr>
            <a:lvl3pPr indent="-519854" lvl="2" marL="13716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3pPr>
            <a:lvl4pPr indent="-519854" lvl="3" marL="18288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4pPr>
            <a:lvl5pPr indent="-519854" lvl="4" marL="22860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5pPr>
            <a:lvl6pPr indent="-519854" lvl="5" marL="27432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6pPr>
            <a:lvl7pPr indent="-519854" lvl="6" marL="32004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7pPr>
            <a:lvl8pPr indent="-519854" lvl="7" marL="36576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8pPr>
            <a:lvl9pPr indent="-519854" lvl="8" marL="41148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764900" y="1920640"/>
            <a:ext cx="22924200" cy="174540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1pPr>
            <a:lvl2pPr lvl="1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2pPr>
            <a:lvl3pPr lvl="2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3pPr>
            <a:lvl4pPr lvl="3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4pPr>
            <a:lvl5pPr lvl="4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5pPr>
            <a:lvl6pPr lvl="5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6pPr>
            <a:lvl7pPr lvl="6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7pPr>
            <a:lvl8pPr lvl="7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8pPr>
            <a:lvl9pPr lvl="8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6459200" y="-533"/>
            <a:ext cx="16459200" cy="219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9450" lIns="349450" spcFirstLastPara="1" rIns="349450" wrap="square" tIns="34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955800" y="5261547"/>
            <a:ext cx="14562600" cy="6324600"/>
          </a:xfrm>
          <a:prstGeom prst="rect">
            <a:avLst/>
          </a:prstGeom>
        </p:spPr>
        <p:txBody>
          <a:bodyPr anchorCtr="0" anchor="b" bIns="349450" lIns="349450" spcFirstLastPara="1" rIns="349450" wrap="square" tIns="34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1pPr>
            <a:lvl2pPr lvl="1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2pPr>
            <a:lvl3pPr lvl="2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3pPr>
            <a:lvl4pPr lvl="3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4pPr>
            <a:lvl5pPr lvl="4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5pPr>
            <a:lvl6pPr lvl="5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6pPr>
            <a:lvl7pPr lvl="6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7pPr>
            <a:lvl8pPr lvl="7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8pPr>
            <a:lvl9pPr lvl="8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955800" y="11959787"/>
            <a:ext cx="14562600" cy="52698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7782200" y="3089387"/>
            <a:ext cx="13813200" cy="157659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indent="-665480" lvl="0" marL="457200">
              <a:spcBef>
                <a:spcPts val="0"/>
              </a:spcBef>
              <a:spcAft>
                <a:spcPts val="0"/>
              </a:spcAft>
              <a:buSzPts val="6880"/>
              <a:buChar char="●"/>
              <a:defRPr sz="6880"/>
            </a:lvl1pPr>
            <a:lvl2pPr indent="-568395" lvl="1" marL="914400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2pPr>
            <a:lvl3pPr indent="-568395" lvl="2" marL="1371600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3pPr>
            <a:lvl4pPr indent="-568395" lvl="3" marL="1828800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4pPr>
            <a:lvl5pPr indent="-568396" lvl="4" marL="2286000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5pPr>
            <a:lvl6pPr indent="-568396" lvl="5" marL="2743200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6pPr>
            <a:lvl7pPr indent="-568396" lvl="6" marL="3200400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7pPr>
            <a:lvl8pPr indent="-568396" lvl="7" marL="3657600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8pPr>
            <a:lvl9pPr indent="-568396" lvl="8" marL="4114800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122120" y="18050453"/>
            <a:ext cx="21595800" cy="25818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80"/>
              <a:buNone/>
              <a:defRPr sz="6880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122120" y="4719467"/>
            <a:ext cx="30674100" cy="8377500"/>
          </a:xfrm>
          <a:prstGeom prst="rect">
            <a:avLst/>
          </a:prstGeom>
        </p:spPr>
        <p:txBody>
          <a:bodyPr anchorCtr="0" anchor="b" bIns="349450" lIns="349450" spcFirstLastPara="1" rIns="349450" wrap="square" tIns="34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1pPr>
            <a:lvl2pPr lvl="1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2pPr>
            <a:lvl3pPr lvl="2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3pPr>
            <a:lvl4pPr lvl="3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4pPr>
            <a:lvl5pPr lvl="4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5pPr>
            <a:lvl6pPr lvl="5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6pPr>
            <a:lvl7pPr lvl="6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7pPr>
            <a:lvl8pPr lvl="7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8pPr>
            <a:lvl9pPr lvl="8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122120" y="13449493"/>
            <a:ext cx="30674100" cy="55500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665480" lvl="0" marL="457200" algn="ctr">
              <a:spcBef>
                <a:spcPts val="0"/>
              </a:spcBef>
              <a:spcAft>
                <a:spcPts val="0"/>
              </a:spcAft>
              <a:buSzPts val="6880"/>
              <a:buChar char="●"/>
              <a:defRPr sz="6880"/>
            </a:lvl1pPr>
            <a:lvl2pPr indent="-568395" lvl="1" marL="914400" algn="ctr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2pPr>
            <a:lvl3pPr indent="-568395" lvl="2" marL="1371600" algn="ctr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3pPr>
            <a:lvl4pPr indent="-568395" lvl="3" marL="1828800" algn="ctr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4pPr>
            <a:lvl5pPr indent="-568396" lvl="4" marL="2286000" algn="ctr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5pPr>
            <a:lvl6pPr indent="-568396" lvl="5" marL="2743200" algn="ctr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6pPr>
            <a:lvl7pPr indent="-568396" lvl="6" marL="3200400" algn="ctr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7pPr>
            <a:lvl8pPr indent="-568396" lvl="7" marL="3657600" algn="ctr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8pPr>
            <a:lvl9pPr indent="-568396" lvl="8" marL="4114800" algn="ctr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122120" y="1898773"/>
            <a:ext cx="30674100" cy="24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122120" y="4917227"/>
            <a:ext cx="30674100" cy="145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66548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880"/>
              <a:buChar char="●"/>
              <a:defRPr sz="6880">
                <a:solidFill>
                  <a:schemeClr val="dk2"/>
                </a:solidFill>
              </a:defRPr>
            </a:lvl1pPr>
            <a:lvl2pPr indent="-56839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○"/>
              <a:defRPr sz="5351">
                <a:solidFill>
                  <a:schemeClr val="dk2"/>
                </a:solidFill>
              </a:defRPr>
            </a:lvl2pPr>
            <a:lvl3pPr indent="-56839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■"/>
              <a:defRPr sz="5351">
                <a:solidFill>
                  <a:schemeClr val="dk2"/>
                </a:solidFill>
              </a:defRPr>
            </a:lvl3pPr>
            <a:lvl4pPr indent="-56839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●"/>
              <a:defRPr sz="5351">
                <a:solidFill>
                  <a:schemeClr val="dk2"/>
                </a:solidFill>
              </a:defRPr>
            </a:lvl4pPr>
            <a:lvl5pPr indent="-568396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○"/>
              <a:defRPr sz="5351">
                <a:solidFill>
                  <a:schemeClr val="dk2"/>
                </a:solidFill>
              </a:defRPr>
            </a:lvl5pPr>
            <a:lvl6pPr indent="-568396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■"/>
              <a:defRPr sz="5351">
                <a:solidFill>
                  <a:schemeClr val="dk2"/>
                </a:solidFill>
              </a:defRPr>
            </a:lvl6pPr>
            <a:lvl7pPr indent="-568396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●"/>
              <a:defRPr sz="5351">
                <a:solidFill>
                  <a:schemeClr val="dk2"/>
                </a:solidFill>
              </a:defRPr>
            </a:lvl7pPr>
            <a:lvl8pPr indent="-568396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○"/>
              <a:defRPr sz="5351">
                <a:solidFill>
                  <a:schemeClr val="dk2"/>
                </a:solidFill>
              </a:defRPr>
            </a:lvl8pPr>
            <a:lvl9pPr indent="-568396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■"/>
              <a:defRPr sz="5351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 algn="r">
              <a:buNone/>
              <a:defRPr sz="3822">
                <a:solidFill>
                  <a:schemeClr val="dk2"/>
                </a:solidFill>
              </a:defRPr>
            </a:lvl1pPr>
            <a:lvl2pPr lvl="1" algn="r">
              <a:buNone/>
              <a:defRPr sz="3822">
                <a:solidFill>
                  <a:schemeClr val="dk2"/>
                </a:solidFill>
              </a:defRPr>
            </a:lvl2pPr>
            <a:lvl3pPr lvl="2" algn="r">
              <a:buNone/>
              <a:defRPr sz="3822">
                <a:solidFill>
                  <a:schemeClr val="dk2"/>
                </a:solidFill>
              </a:defRPr>
            </a:lvl3pPr>
            <a:lvl4pPr lvl="3" algn="r">
              <a:buNone/>
              <a:defRPr sz="3822">
                <a:solidFill>
                  <a:schemeClr val="dk2"/>
                </a:solidFill>
              </a:defRPr>
            </a:lvl4pPr>
            <a:lvl5pPr lvl="4" algn="r">
              <a:buNone/>
              <a:defRPr sz="3822">
                <a:solidFill>
                  <a:schemeClr val="dk2"/>
                </a:solidFill>
              </a:defRPr>
            </a:lvl5pPr>
            <a:lvl6pPr lvl="5" algn="r">
              <a:buNone/>
              <a:defRPr sz="3822">
                <a:solidFill>
                  <a:schemeClr val="dk2"/>
                </a:solidFill>
              </a:defRPr>
            </a:lvl6pPr>
            <a:lvl7pPr lvl="6" algn="r">
              <a:buNone/>
              <a:defRPr sz="3822">
                <a:solidFill>
                  <a:schemeClr val="dk2"/>
                </a:solidFill>
              </a:defRPr>
            </a:lvl7pPr>
            <a:lvl8pPr lvl="7" algn="r">
              <a:buNone/>
              <a:defRPr sz="3822">
                <a:solidFill>
                  <a:schemeClr val="dk2"/>
                </a:solidFill>
              </a:defRPr>
            </a:lvl8pPr>
            <a:lvl9pPr lvl="8" algn="r">
              <a:buNone/>
              <a:defRPr sz="3822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597892" y="531358"/>
            <a:ext cx="31722600" cy="4243800"/>
          </a:xfrm>
          <a:prstGeom prst="roundRect">
            <a:avLst>
              <a:gd fmla="val 3157" name="adj"/>
            </a:avLst>
          </a:prstGeom>
          <a:solidFill>
            <a:srgbClr val="66A27A"/>
          </a:solidFill>
          <a:ln>
            <a:noFill/>
          </a:ln>
        </p:spPr>
        <p:txBody>
          <a:bodyPr anchorCtr="0" anchor="ctr" bIns="33000" lIns="66025" spcFirstLastPara="1" rIns="66025" wrap="square" tIns="33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30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7345004" y="5273696"/>
            <a:ext cx="18203100" cy="16142400"/>
          </a:xfrm>
          <a:prstGeom prst="roundRect">
            <a:avLst>
              <a:gd fmla="val 902" name="adj"/>
            </a:avLst>
          </a:prstGeom>
          <a:solidFill>
            <a:srgbClr val="749094"/>
          </a:solidFill>
          <a:ln>
            <a:noFill/>
          </a:ln>
        </p:spPr>
        <p:txBody>
          <a:bodyPr anchorCtr="0" anchor="ctr" bIns="33000" lIns="66025" spcFirstLastPara="1" rIns="66025" wrap="square" tIns="33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30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576053" y="5273696"/>
            <a:ext cx="6169200" cy="7731000"/>
          </a:xfrm>
          <a:prstGeom prst="roundRect">
            <a:avLst>
              <a:gd fmla="val 3206" name="adj"/>
            </a:avLst>
          </a:prstGeom>
          <a:solidFill>
            <a:srgbClr val="AA6C76"/>
          </a:solidFill>
          <a:ln>
            <a:noFill/>
          </a:ln>
        </p:spPr>
        <p:txBody>
          <a:bodyPr anchorCtr="0" anchor="ctr" bIns="33000" lIns="66025" spcFirstLastPara="1" rIns="66025" wrap="square" tIns="33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30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575298" y="13569783"/>
            <a:ext cx="6169200" cy="7846500"/>
          </a:xfrm>
          <a:prstGeom prst="roundRect">
            <a:avLst>
              <a:gd fmla="val 3206" name="adj"/>
            </a:avLst>
          </a:prstGeom>
          <a:solidFill>
            <a:srgbClr val="AA6C76"/>
          </a:solidFill>
          <a:ln>
            <a:noFill/>
          </a:ln>
        </p:spPr>
        <p:txBody>
          <a:bodyPr anchorCtr="0" anchor="ctr" bIns="33000" lIns="66025" spcFirstLastPara="1" rIns="66025" wrap="square" tIns="33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30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26150064" y="5273696"/>
            <a:ext cx="6169200" cy="7731000"/>
          </a:xfrm>
          <a:prstGeom prst="roundRect">
            <a:avLst>
              <a:gd fmla="val 2650" name="adj"/>
            </a:avLst>
          </a:prstGeom>
          <a:solidFill>
            <a:srgbClr val="50798E"/>
          </a:solidFill>
          <a:ln>
            <a:noFill/>
          </a:ln>
        </p:spPr>
        <p:txBody>
          <a:bodyPr anchorCtr="0" anchor="ctr" bIns="33000" lIns="66025" spcFirstLastPara="1" rIns="66025" wrap="square" tIns="33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30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26148695" y="17758619"/>
            <a:ext cx="6169200" cy="3657600"/>
          </a:xfrm>
          <a:prstGeom prst="roundRect">
            <a:avLst>
              <a:gd fmla="val 3951" name="adj"/>
            </a:avLst>
          </a:prstGeom>
          <a:solidFill>
            <a:srgbClr val="C78059"/>
          </a:solidFill>
          <a:ln>
            <a:noFill/>
          </a:ln>
        </p:spPr>
        <p:txBody>
          <a:bodyPr anchorCtr="0" anchor="ctr" bIns="33000" lIns="66025" spcFirstLastPara="1" rIns="66025" wrap="square" tIns="33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9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26148695" y="13569785"/>
            <a:ext cx="6169200" cy="3657600"/>
          </a:xfrm>
          <a:prstGeom prst="roundRect">
            <a:avLst>
              <a:gd fmla="val 3951" name="adj"/>
            </a:avLst>
          </a:prstGeom>
          <a:solidFill>
            <a:srgbClr val="50798E"/>
          </a:solidFill>
          <a:ln>
            <a:noFill/>
          </a:ln>
        </p:spPr>
        <p:txBody>
          <a:bodyPr anchorCtr="0" anchor="ctr" bIns="33000" lIns="66025" spcFirstLastPara="1" rIns="66025" wrap="square" tIns="33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745992" y="5443203"/>
            <a:ext cx="58293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25" spcFirstLastPara="1" rIns="66025" wrap="square" tIns="33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89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Abstract</a:t>
            </a:r>
            <a:endParaRPr sz="1011"/>
          </a:p>
        </p:txBody>
      </p:sp>
      <p:sp>
        <p:nvSpPr>
          <p:cNvPr id="62" name="Google Shape;62;p13"/>
          <p:cNvSpPr txBox="1"/>
          <p:nvPr/>
        </p:nvSpPr>
        <p:spPr>
          <a:xfrm>
            <a:off x="745992" y="5991423"/>
            <a:ext cx="58293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25" spcFirstLastPara="1" rIns="66025" wrap="square" tIns="33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31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your information, graphs and images to this section.</a:t>
            </a:r>
            <a:endParaRPr sz="1011"/>
          </a:p>
        </p:txBody>
      </p:sp>
      <p:sp>
        <p:nvSpPr>
          <p:cNvPr id="63" name="Google Shape;63;p13"/>
          <p:cNvSpPr txBox="1"/>
          <p:nvPr/>
        </p:nvSpPr>
        <p:spPr>
          <a:xfrm>
            <a:off x="6060965" y="1198466"/>
            <a:ext cx="25657200" cy="19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139"/>
              <a:buFont typeface="Nunito"/>
              <a:buNone/>
            </a:pPr>
            <a:r>
              <a:rPr b="1" i="0" lang="en-GB" sz="6139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Title Will Go Here: Title Will Go Here, Title Will Go Here, Title Will Go Here</a:t>
            </a:r>
            <a:endParaRPr sz="1011"/>
          </a:p>
        </p:txBody>
      </p:sp>
      <p:sp>
        <p:nvSpPr>
          <p:cNvPr id="64" name="Google Shape;64;p13"/>
          <p:cNvSpPr txBox="1"/>
          <p:nvPr/>
        </p:nvSpPr>
        <p:spPr>
          <a:xfrm>
            <a:off x="5173619" y="3156759"/>
            <a:ext cx="27432000" cy="6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44"/>
              <a:buFont typeface="Arial"/>
              <a:buNone/>
            </a:pPr>
            <a:r>
              <a:rPr b="0" i="0" lang="en-GB" sz="404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 Author Names and Information</a:t>
            </a:r>
            <a:endParaRPr sz="1011"/>
          </a:p>
        </p:txBody>
      </p:sp>
      <p:sp>
        <p:nvSpPr>
          <p:cNvPr id="65" name="Google Shape;65;p13"/>
          <p:cNvSpPr/>
          <p:nvPr/>
        </p:nvSpPr>
        <p:spPr>
          <a:xfrm>
            <a:off x="829289" y="5862320"/>
            <a:ext cx="685800" cy="30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3000" lIns="66025" spcFirstLastPara="1" rIns="66025" wrap="square" tIns="33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28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745992" y="13750727"/>
            <a:ext cx="58293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25" spcFirstLastPara="1" rIns="66025" wrap="square" tIns="33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89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Introduction</a:t>
            </a:r>
            <a:endParaRPr sz="1011"/>
          </a:p>
        </p:txBody>
      </p:sp>
      <p:sp>
        <p:nvSpPr>
          <p:cNvPr id="67" name="Google Shape;67;p13"/>
          <p:cNvSpPr txBox="1"/>
          <p:nvPr/>
        </p:nvSpPr>
        <p:spPr>
          <a:xfrm>
            <a:off x="745992" y="14298946"/>
            <a:ext cx="58293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25" spcFirstLastPara="1" rIns="66025" wrap="square" tIns="33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31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your information, graphs and images to this section.</a:t>
            </a:r>
            <a:endParaRPr sz="1011"/>
          </a:p>
        </p:txBody>
      </p:sp>
      <p:sp>
        <p:nvSpPr>
          <p:cNvPr id="68" name="Google Shape;68;p13"/>
          <p:cNvSpPr/>
          <p:nvPr/>
        </p:nvSpPr>
        <p:spPr>
          <a:xfrm>
            <a:off x="829289" y="14176731"/>
            <a:ext cx="685800" cy="30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3000" lIns="66025" spcFirstLastPara="1" rIns="66025" wrap="square" tIns="33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28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7543800" y="5443203"/>
            <a:ext cx="54864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25" spcFirstLastPara="1" rIns="66025" wrap="square" tIns="33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89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Methodology</a:t>
            </a:r>
            <a:endParaRPr sz="1011"/>
          </a:p>
        </p:txBody>
      </p:sp>
      <p:sp>
        <p:nvSpPr>
          <p:cNvPr id="70" name="Google Shape;70;p13"/>
          <p:cNvSpPr txBox="1"/>
          <p:nvPr/>
        </p:nvSpPr>
        <p:spPr>
          <a:xfrm>
            <a:off x="7543800" y="5991423"/>
            <a:ext cx="8572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25" spcFirstLastPara="1" rIns="66025" wrap="square" tIns="33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31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your information, graphs and images to this section.</a:t>
            </a:r>
            <a:endParaRPr sz="1011"/>
          </a:p>
        </p:txBody>
      </p:sp>
      <p:sp>
        <p:nvSpPr>
          <p:cNvPr id="71" name="Google Shape;71;p13"/>
          <p:cNvSpPr/>
          <p:nvPr/>
        </p:nvSpPr>
        <p:spPr>
          <a:xfrm>
            <a:off x="7600950" y="5862320"/>
            <a:ext cx="685800" cy="30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3000" lIns="66025" spcFirstLastPara="1" rIns="66025" wrap="square" tIns="33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28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16744950" y="5991423"/>
            <a:ext cx="85725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25" spcFirstLastPara="1" rIns="66025" wrap="square" tIns="33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73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Add your information, graphs and images to this section.</a:t>
            </a:r>
            <a:endParaRPr sz="1011"/>
          </a:p>
        </p:txBody>
      </p:sp>
      <p:sp>
        <p:nvSpPr>
          <p:cNvPr id="73" name="Google Shape;73;p13"/>
          <p:cNvSpPr txBox="1"/>
          <p:nvPr/>
        </p:nvSpPr>
        <p:spPr>
          <a:xfrm>
            <a:off x="26320003" y="5443203"/>
            <a:ext cx="58293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25" spcFirstLastPara="1" rIns="66025" wrap="square" tIns="33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89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Results</a:t>
            </a:r>
            <a:endParaRPr sz="1011"/>
          </a:p>
        </p:txBody>
      </p:sp>
      <p:sp>
        <p:nvSpPr>
          <p:cNvPr id="74" name="Google Shape;74;p13"/>
          <p:cNvSpPr txBox="1"/>
          <p:nvPr/>
        </p:nvSpPr>
        <p:spPr>
          <a:xfrm>
            <a:off x="26320003" y="5991423"/>
            <a:ext cx="58293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25" spcFirstLastPara="1" rIns="66025" wrap="square" tIns="33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31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your information, graphs and images to this section.</a:t>
            </a:r>
            <a:endParaRPr sz="1011"/>
          </a:p>
        </p:txBody>
      </p:sp>
      <p:sp>
        <p:nvSpPr>
          <p:cNvPr id="75" name="Google Shape;75;p13"/>
          <p:cNvSpPr/>
          <p:nvPr/>
        </p:nvSpPr>
        <p:spPr>
          <a:xfrm>
            <a:off x="26403300" y="5862320"/>
            <a:ext cx="685800" cy="30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3000" lIns="66025" spcFirstLastPara="1" rIns="66025" wrap="square" tIns="33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28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26320003" y="13818314"/>
            <a:ext cx="58293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25" spcFirstLastPara="1" rIns="66025" wrap="square" tIns="33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89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Conclusion</a:t>
            </a:r>
            <a:endParaRPr sz="1011"/>
          </a:p>
        </p:txBody>
      </p:sp>
      <p:sp>
        <p:nvSpPr>
          <p:cNvPr id="77" name="Google Shape;77;p13"/>
          <p:cNvSpPr txBox="1"/>
          <p:nvPr/>
        </p:nvSpPr>
        <p:spPr>
          <a:xfrm>
            <a:off x="26320003" y="14366535"/>
            <a:ext cx="58293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25" spcFirstLastPara="1" rIns="66025" wrap="square" tIns="33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31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your information, graphs and images to this section.</a:t>
            </a:r>
            <a:endParaRPr sz="1011"/>
          </a:p>
        </p:txBody>
      </p:sp>
      <p:sp>
        <p:nvSpPr>
          <p:cNvPr id="78" name="Google Shape;78;p13"/>
          <p:cNvSpPr/>
          <p:nvPr/>
        </p:nvSpPr>
        <p:spPr>
          <a:xfrm>
            <a:off x="26403300" y="14244320"/>
            <a:ext cx="685800" cy="30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3000" lIns="66025" spcFirstLastPara="1" rIns="66025" wrap="square" tIns="33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28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26320003" y="17983200"/>
            <a:ext cx="58293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25" spcFirstLastPara="1" rIns="66025" wrap="square" tIns="33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89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References</a:t>
            </a:r>
            <a:endParaRPr sz="1011"/>
          </a:p>
        </p:txBody>
      </p:sp>
      <p:sp>
        <p:nvSpPr>
          <p:cNvPr id="80" name="Google Shape;80;p13"/>
          <p:cNvSpPr txBox="1"/>
          <p:nvPr/>
        </p:nvSpPr>
        <p:spPr>
          <a:xfrm>
            <a:off x="26320003" y="18531421"/>
            <a:ext cx="58293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25" spcFirstLastPara="1" rIns="66025" wrap="square" tIns="33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31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your information, graphs and images to this section.</a:t>
            </a:r>
            <a:endParaRPr sz="1011"/>
          </a:p>
        </p:txBody>
      </p:sp>
      <p:sp>
        <p:nvSpPr>
          <p:cNvPr id="81" name="Google Shape;81;p13"/>
          <p:cNvSpPr/>
          <p:nvPr/>
        </p:nvSpPr>
        <p:spPr>
          <a:xfrm>
            <a:off x="26403300" y="18409919"/>
            <a:ext cx="685800" cy="30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3000" lIns="66025" spcFirstLastPara="1" rIns="66025" wrap="square" tIns="33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28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ngladesh University of Engineering and Technology - Wikipedia"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4150" y="783369"/>
            <a:ext cx="3274311" cy="327431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3"/>
          <p:cNvSpPr txBox="1"/>
          <p:nvPr/>
        </p:nvSpPr>
        <p:spPr>
          <a:xfrm>
            <a:off x="1322881" y="4150876"/>
            <a:ext cx="3386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25" spcFirstLastPara="1" rIns="66025" wrap="square" tIns="33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89" u="none" cap="none" strike="noStrike">
                <a:solidFill>
                  <a:srgbClr val="FFFFFF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CSE, BUET</a:t>
            </a:r>
            <a:endParaRPr b="0" i="0" sz="6283" u="none" cap="none" strike="noStrike">
              <a:solidFill>
                <a:srgbClr val="000000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84" name="Google Shape;84;p13"/>
          <p:cNvSpPr txBox="1"/>
          <p:nvPr/>
        </p:nvSpPr>
        <p:spPr>
          <a:xfrm>
            <a:off x="5995589" y="21427201"/>
            <a:ext cx="2090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25" spcFirstLastPara="1" rIns="66025" wrap="square" tIns="33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178" u="none" cap="none" strike="noStrik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Accepted/Presented at […………………………………………………………]</a:t>
            </a:r>
            <a:endParaRPr sz="101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