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21945600" cx="32918400"/>
  <p:notesSz cx="6858000" cy="9144000"/>
  <p:embeddedFontLst>
    <p:embeddedFont>
      <p:font typeface="Quattrocento"/>
      <p:regular r:id="rId6"/>
      <p:bold r:id="rId7"/>
    </p:embeddedFont>
    <p:embeddedFont>
      <p:font typeface="Quattrocento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SSKkwylR4ogxKn6CB+dHDsAkB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QuattrocentoSans-boldItalic.fntdata"/><Relationship Id="rId10" Type="http://schemas.openxmlformats.org/officeDocument/2006/relationships/font" Target="fonts/QuattrocentoSans-italic.fntdata"/><Relationship Id="rId12" Type="http://customschemas.google.com/relationships/presentationmetadata" Target="metadata"/><Relationship Id="rId9" Type="http://schemas.openxmlformats.org/officeDocument/2006/relationships/font" Target="fonts/QuattrocentoSans-bold.fntdata"/><Relationship Id="rId5" Type="http://schemas.openxmlformats.org/officeDocument/2006/relationships/slide" Target="slides/slide1.xml"/><Relationship Id="rId6" Type="http://schemas.openxmlformats.org/officeDocument/2006/relationships/font" Target="fonts/Quattrocento-regular.fntdata"/><Relationship Id="rId7" Type="http://schemas.openxmlformats.org/officeDocument/2006/relationships/font" Target="fonts/Quattrocento-bold.fntdata"/><Relationship Id="rId8" Type="http://schemas.openxmlformats.org/officeDocument/2006/relationships/font" Target="fonts/Quattrocento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algn="r">
              <a:spcBef>
                <a:spcPts val="0"/>
              </a:spcBef>
              <a:buNone/>
              <a:defRPr sz="3839"/>
            </a:lvl1pPr>
            <a:lvl2pPr indent="0" lvl="1" marL="0" algn="r">
              <a:spcBef>
                <a:spcPts val="0"/>
              </a:spcBef>
              <a:buNone/>
              <a:defRPr sz="3839"/>
            </a:lvl2pPr>
            <a:lvl3pPr indent="0" lvl="2" marL="0" algn="r">
              <a:spcBef>
                <a:spcPts val="0"/>
              </a:spcBef>
              <a:buNone/>
              <a:defRPr sz="3839"/>
            </a:lvl3pPr>
            <a:lvl4pPr indent="0" lvl="3" marL="0" algn="r">
              <a:spcBef>
                <a:spcPts val="0"/>
              </a:spcBef>
              <a:buNone/>
              <a:defRPr sz="3839"/>
            </a:lvl4pPr>
            <a:lvl5pPr indent="0" lvl="4" marL="0" algn="r">
              <a:spcBef>
                <a:spcPts val="0"/>
              </a:spcBef>
              <a:buNone/>
              <a:defRPr sz="3839"/>
            </a:lvl5pPr>
            <a:lvl6pPr indent="0" lvl="5" marL="0" algn="r">
              <a:spcBef>
                <a:spcPts val="0"/>
              </a:spcBef>
              <a:buNone/>
              <a:defRPr sz="3839"/>
            </a:lvl6pPr>
            <a:lvl7pPr indent="0" lvl="6" marL="0" algn="r">
              <a:spcBef>
                <a:spcPts val="0"/>
              </a:spcBef>
              <a:buNone/>
              <a:defRPr sz="3839"/>
            </a:lvl7pPr>
            <a:lvl8pPr indent="0" lvl="7" marL="0" algn="r">
              <a:spcBef>
                <a:spcPts val="0"/>
              </a:spcBef>
              <a:buNone/>
              <a:defRPr sz="3839"/>
            </a:lvl8pPr>
            <a:lvl9pPr indent="0" lvl="8" marL="0" algn="r">
              <a:spcBef>
                <a:spcPts val="0"/>
              </a:spcBef>
              <a:buNone/>
              <a:defRPr sz="383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2468881" y="3591562"/>
            <a:ext cx="27980700" cy="764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2900" spcFirstLastPara="1" rIns="92900" wrap="square" tIns="46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sz="19199"/>
            </a:lvl1pPr>
            <a:lvl2pPr lvl="1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4114802" y="11526522"/>
            <a:ext cx="24688800" cy="5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lvl="0" algn="ctr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399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59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19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19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19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19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19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19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algn="r">
              <a:spcBef>
                <a:spcPts val="0"/>
              </a:spcBef>
              <a:buNone/>
              <a:defRPr sz="3839"/>
            </a:lvl1pPr>
            <a:lvl2pPr indent="0" lvl="1" marL="0" algn="r">
              <a:spcBef>
                <a:spcPts val="0"/>
              </a:spcBef>
              <a:buNone/>
              <a:defRPr sz="3839"/>
            </a:lvl2pPr>
            <a:lvl3pPr indent="0" lvl="2" marL="0" algn="r">
              <a:spcBef>
                <a:spcPts val="0"/>
              </a:spcBef>
              <a:buNone/>
              <a:defRPr sz="3839"/>
            </a:lvl3pPr>
            <a:lvl4pPr indent="0" lvl="3" marL="0" algn="r">
              <a:spcBef>
                <a:spcPts val="0"/>
              </a:spcBef>
              <a:buNone/>
              <a:defRPr sz="3839"/>
            </a:lvl4pPr>
            <a:lvl5pPr indent="0" lvl="4" marL="0" algn="r">
              <a:spcBef>
                <a:spcPts val="0"/>
              </a:spcBef>
              <a:buNone/>
              <a:defRPr sz="3839"/>
            </a:lvl5pPr>
            <a:lvl6pPr indent="0" lvl="5" marL="0" algn="r">
              <a:spcBef>
                <a:spcPts val="0"/>
              </a:spcBef>
              <a:buNone/>
              <a:defRPr sz="3839"/>
            </a:lvl6pPr>
            <a:lvl7pPr indent="0" lvl="6" marL="0" algn="r">
              <a:spcBef>
                <a:spcPts val="0"/>
              </a:spcBef>
              <a:buNone/>
              <a:defRPr sz="3839"/>
            </a:lvl7pPr>
            <a:lvl8pPr indent="0" lvl="7" marL="0" algn="r">
              <a:spcBef>
                <a:spcPts val="0"/>
              </a:spcBef>
              <a:buNone/>
              <a:defRPr sz="3839"/>
            </a:lvl8pPr>
            <a:lvl9pPr indent="0" lvl="8" marL="0" algn="r">
              <a:spcBef>
                <a:spcPts val="0"/>
              </a:spcBef>
              <a:buNone/>
              <a:defRPr sz="383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2263141" y="1168404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9"/>
              <a:buNone/>
              <a:defRPr sz="14080"/>
            </a:lvl1pPr>
            <a:lvl2pPr lvl="1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2263141" y="5842000"/>
            <a:ext cx="28392000" cy="13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344731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8960"/>
            </a:lvl1pPr>
            <a:lvl2pPr indent="-344731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7680"/>
            </a:lvl2pPr>
            <a:lvl3pPr indent="-344731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6399"/>
            </a:lvl3pPr>
            <a:lvl4pPr indent="-344731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4pPr>
            <a:lvl5pPr indent="-344731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5pPr>
            <a:lvl6pPr indent="-344731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6pPr>
            <a:lvl7pPr indent="-344731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7pPr>
            <a:lvl8pPr indent="-344731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8pPr>
            <a:lvl9pPr indent="-344731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algn="r">
              <a:spcBef>
                <a:spcPts val="0"/>
              </a:spcBef>
              <a:buNone/>
              <a:defRPr sz="3839"/>
            </a:lvl1pPr>
            <a:lvl2pPr indent="0" lvl="1" marL="0" algn="r">
              <a:spcBef>
                <a:spcPts val="0"/>
              </a:spcBef>
              <a:buNone/>
              <a:defRPr sz="3839"/>
            </a:lvl2pPr>
            <a:lvl3pPr indent="0" lvl="2" marL="0" algn="r">
              <a:spcBef>
                <a:spcPts val="0"/>
              </a:spcBef>
              <a:buNone/>
              <a:defRPr sz="3839"/>
            </a:lvl3pPr>
            <a:lvl4pPr indent="0" lvl="3" marL="0" algn="r">
              <a:spcBef>
                <a:spcPts val="0"/>
              </a:spcBef>
              <a:buNone/>
              <a:defRPr sz="3839"/>
            </a:lvl4pPr>
            <a:lvl5pPr indent="0" lvl="4" marL="0" algn="r">
              <a:spcBef>
                <a:spcPts val="0"/>
              </a:spcBef>
              <a:buNone/>
              <a:defRPr sz="3839"/>
            </a:lvl5pPr>
            <a:lvl6pPr indent="0" lvl="5" marL="0" algn="r">
              <a:spcBef>
                <a:spcPts val="0"/>
              </a:spcBef>
              <a:buNone/>
              <a:defRPr sz="3839"/>
            </a:lvl6pPr>
            <a:lvl7pPr indent="0" lvl="6" marL="0" algn="r">
              <a:spcBef>
                <a:spcPts val="0"/>
              </a:spcBef>
              <a:buNone/>
              <a:defRPr sz="3839"/>
            </a:lvl7pPr>
            <a:lvl8pPr indent="0" lvl="7" marL="0" algn="r">
              <a:spcBef>
                <a:spcPts val="0"/>
              </a:spcBef>
              <a:buNone/>
              <a:defRPr sz="3839"/>
            </a:lvl8pPr>
            <a:lvl9pPr indent="0" lvl="8" marL="0" algn="r">
              <a:spcBef>
                <a:spcPts val="0"/>
              </a:spcBef>
              <a:buNone/>
              <a:defRPr sz="383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2245998" y="5471167"/>
            <a:ext cx="28392000" cy="91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2900" spcFirstLastPara="1" rIns="92900" wrap="square" tIns="4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sz="19199"/>
            </a:lvl1pPr>
            <a:lvl2pPr lvl="1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2245998" y="14686286"/>
            <a:ext cx="28392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399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5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1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1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1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1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1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1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algn="r">
              <a:spcBef>
                <a:spcPts val="0"/>
              </a:spcBef>
              <a:buNone/>
              <a:defRPr sz="3839"/>
            </a:lvl1pPr>
            <a:lvl2pPr indent="0" lvl="1" marL="0" algn="r">
              <a:spcBef>
                <a:spcPts val="0"/>
              </a:spcBef>
              <a:buNone/>
              <a:defRPr sz="3839"/>
            </a:lvl2pPr>
            <a:lvl3pPr indent="0" lvl="2" marL="0" algn="r">
              <a:spcBef>
                <a:spcPts val="0"/>
              </a:spcBef>
              <a:buNone/>
              <a:defRPr sz="3839"/>
            </a:lvl3pPr>
            <a:lvl4pPr indent="0" lvl="3" marL="0" algn="r">
              <a:spcBef>
                <a:spcPts val="0"/>
              </a:spcBef>
              <a:buNone/>
              <a:defRPr sz="3839"/>
            </a:lvl4pPr>
            <a:lvl5pPr indent="0" lvl="4" marL="0" algn="r">
              <a:spcBef>
                <a:spcPts val="0"/>
              </a:spcBef>
              <a:buNone/>
              <a:defRPr sz="3839"/>
            </a:lvl5pPr>
            <a:lvl6pPr indent="0" lvl="5" marL="0" algn="r">
              <a:spcBef>
                <a:spcPts val="0"/>
              </a:spcBef>
              <a:buNone/>
              <a:defRPr sz="3839"/>
            </a:lvl6pPr>
            <a:lvl7pPr indent="0" lvl="6" marL="0" algn="r">
              <a:spcBef>
                <a:spcPts val="0"/>
              </a:spcBef>
              <a:buNone/>
              <a:defRPr sz="3839"/>
            </a:lvl7pPr>
            <a:lvl8pPr indent="0" lvl="7" marL="0" algn="r">
              <a:spcBef>
                <a:spcPts val="0"/>
              </a:spcBef>
              <a:buNone/>
              <a:defRPr sz="3839"/>
            </a:lvl8pPr>
            <a:lvl9pPr indent="0" lvl="8" marL="0" algn="r">
              <a:spcBef>
                <a:spcPts val="0"/>
              </a:spcBef>
              <a:buNone/>
              <a:defRPr sz="383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263141" y="1168404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9"/>
              <a:buNone/>
              <a:defRPr sz="14080"/>
            </a:lvl1pPr>
            <a:lvl2pPr lvl="1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2263141" y="5842000"/>
            <a:ext cx="13990200" cy="13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344731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8960"/>
            </a:lvl1pPr>
            <a:lvl2pPr indent="-344731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7680"/>
            </a:lvl2pPr>
            <a:lvl3pPr indent="-344731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6399"/>
            </a:lvl3pPr>
            <a:lvl4pPr indent="-344731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4pPr>
            <a:lvl5pPr indent="-344731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5pPr>
            <a:lvl6pPr indent="-344731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6pPr>
            <a:lvl7pPr indent="-344731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7pPr>
            <a:lvl8pPr indent="-344731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8pPr>
            <a:lvl9pPr indent="-344731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16664947" y="5842000"/>
            <a:ext cx="13990200" cy="13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344731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8960"/>
            </a:lvl1pPr>
            <a:lvl2pPr indent="-344731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7680"/>
            </a:lvl2pPr>
            <a:lvl3pPr indent="-344731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6399"/>
            </a:lvl3pPr>
            <a:lvl4pPr indent="-344731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4pPr>
            <a:lvl5pPr indent="-344731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5pPr>
            <a:lvl6pPr indent="-344731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6pPr>
            <a:lvl7pPr indent="-344731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7pPr>
            <a:lvl8pPr indent="-344731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8pPr>
            <a:lvl9pPr indent="-344731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algn="r">
              <a:spcBef>
                <a:spcPts val="0"/>
              </a:spcBef>
              <a:buNone/>
              <a:defRPr sz="3839"/>
            </a:lvl1pPr>
            <a:lvl2pPr indent="0" lvl="1" marL="0" algn="r">
              <a:spcBef>
                <a:spcPts val="0"/>
              </a:spcBef>
              <a:buNone/>
              <a:defRPr sz="3839"/>
            </a:lvl2pPr>
            <a:lvl3pPr indent="0" lvl="2" marL="0" algn="r">
              <a:spcBef>
                <a:spcPts val="0"/>
              </a:spcBef>
              <a:buNone/>
              <a:defRPr sz="3839"/>
            </a:lvl3pPr>
            <a:lvl4pPr indent="0" lvl="3" marL="0" algn="r">
              <a:spcBef>
                <a:spcPts val="0"/>
              </a:spcBef>
              <a:buNone/>
              <a:defRPr sz="3839"/>
            </a:lvl4pPr>
            <a:lvl5pPr indent="0" lvl="4" marL="0" algn="r">
              <a:spcBef>
                <a:spcPts val="0"/>
              </a:spcBef>
              <a:buNone/>
              <a:defRPr sz="3839"/>
            </a:lvl5pPr>
            <a:lvl6pPr indent="0" lvl="5" marL="0" algn="r">
              <a:spcBef>
                <a:spcPts val="0"/>
              </a:spcBef>
              <a:buNone/>
              <a:defRPr sz="3839"/>
            </a:lvl6pPr>
            <a:lvl7pPr indent="0" lvl="6" marL="0" algn="r">
              <a:spcBef>
                <a:spcPts val="0"/>
              </a:spcBef>
              <a:buNone/>
              <a:defRPr sz="3839"/>
            </a:lvl7pPr>
            <a:lvl8pPr indent="0" lvl="7" marL="0" algn="r">
              <a:spcBef>
                <a:spcPts val="0"/>
              </a:spcBef>
              <a:buNone/>
              <a:defRPr sz="3839"/>
            </a:lvl8pPr>
            <a:lvl9pPr indent="0" lvl="8" marL="0" algn="r">
              <a:spcBef>
                <a:spcPts val="0"/>
              </a:spcBef>
              <a:buNone/>
              <a:defRPr sz="383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2267428" y="1168404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9"/>
              <a:buNone/>
              <a:defRPr sz="14080"/>
            </a:lvl1pPr>
            <a:lvl2pPr lvl="1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2267433" y="5379721"/>
            <a:ext cx="13926000" cy="26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2900" spcFirstLastPara="1" rIns="92900" wrap="square" tIns="464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399"/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59"/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2267433" y="8016241"/>
            <a:ext cx="13926000" cy="117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344731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8960"/>
            </a:lvl1pPr>
            <a:lvl2pPr indent="-344731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7680"/>
            </a:lvl2pPr>
            <a:lvl3pPr indent="-344731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6399"/>
            </a:lvl3pPr>
            <a:lvl4pPr indent="-344731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4pPr>
            <a:lvl5pPr indent="-344731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5pPr>
            <a:lvl6pPr indent="-344731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6pPr>
            <a:lvl7pPr indent="-344731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7pPr>
            <a:lvl8pPr indent="-344731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8pPr>
            <a:lvl9pPr indent="-344731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16664949" y="5379721"/>
            <a:ext cx="13994700" cy="26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2900" spcFirstLastPara="1" rIns="92900" wrap="square" tIns="464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399"/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b="1" sz="5759"/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b="1" sz="511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16664949" y="8016241"/>
            <a:ext cx="13994700" cy="117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344731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8960"/>
            </a:lvl1pPr>
            <a:lvl2pPr indent="-344731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7680"/>
            </a:lvl2pPr>
            <a:lvl3pPr indent="-344731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6399"/>
            </a:lvl3pPr>
            <a:lvl4pPr indent="-344731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4pPr>
            <a:lvl5pPr indent="-344731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5pPr>
            <a:lvl6pPr indent="-344731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6pPr>
            <a:lvl7pPr indent="-344731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7pPr>
            <a:lvl8pPr indent="-344731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8pPr>
            <a:lvl9pPr indent="-344731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algn="r">
              <a:spcBef>
                <a:spcPts val="0"/>
              </a:spcBef>
              <a:buNone/>
              <a:defRPr sz="3839"/>
            </a:lvl1pPr>
            <a:lvl2pPr indent="0" lvl="1" marL="0" algn="r">
              <a:spcBef>
                <a:spcPts val="0"/>
              </a:spcBef>
              <a:buNone/>
              <a:defRPr sz="3839"/>
            </a:lvl2pPr>
            <a:lvl3pPr indent="0" lvl="2" marL="0" algn="r">
              <a:spcBef>
                <a:spcPts val="0"/>
              </a:spcBef>
              <a:buNone/>
              <a:defRPr sz="3839"/>
            </a:lvl3pPr>
            <a:lvl4pPr indent="0" lvl="3" marL="0" algn="r">
              <a:spcBef>
                <a:spcPts val="0"/>
              </a:spcBef>
              <a:buNone/>
              <a:defRPr sz="3839"/>
            </a:lvl4pPr>
            <a:lvl5pPr indent="0" lvl="4" marL="0" algn="r">
              <a:spcBef>
                <a:spcPts val="0"/>
              </a:spcBef>
              <a:buNone/>
              <a:defRPr sz="3839"/>
            </a:lvl5pPr>
            <a:lvl6pPr indent="0" lvl="5" marL="0" algn="r">
              <a:spcBef>
                <a:spcPts val="0"/>
              </a:spcBef>
              <a:buNone/>
              <a:defRPr sz="3839"/>
            </a:lvl6pPr>
            <a:lvl7pPr indent="0" lvl="6" marL="0" algn="r">
              <a:spcBef>
                <a:spcPts val="0"/>
              </a:spcBef>
              <a:buNone/>
              <a:defRPr sz="3839"/>
            </a:lvl7pPr>
            <a:lvl8pPr indent="0" lvl="7" marL="0" algn="r">
              <a:spcBef>
                <a:spcPts val="0"/>
              </a:spcBef>
              <a:buNone/>
              <a:defRPr sz="3839"/>
            </a:lvl8pPr>
            <a:lvl9pPr indent="0" lvl="8" marL="0" algn="r">
              <a:spcBef>
                <a:spcPts val="0"/>
              </a:spcBef>
              <a:buNone/>
              <a:defRPr sz="383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2263141" y="1168404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9"/>
              <a:buNone/>
              <a:defRPr sz="14080"/>
            </a:lvl1pPr>
            <a:lvl2pPr lvl="1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algn="r">
              <a:spcBef>
                <a:spcPts val="0"/>
              </a:spcBef>
              <a:buNone/>
              <a:defRPr sz="3839"/>
            </a:lvl1pPr>
            <a:lvl2pPr indent="0" lvl="1" marL="0" algn="r">
              <a:spcBef>
                <a:spcPts val="0"/>
              </a:spcBef>
              <a:buNone/>
              <a:defRPr sz="3839"/>
            </a:lvl2pPr>
            <a:lvl3pPr indent="0" lvl="2" marL="0" algn="r">
              <a:spcBef>
                <a:spcPts val="0"/>
              </a:spcBef>
              <a:buNone/>
              <a:defRPr sz="3839"/>
            </a:lvl3pPr>
            <a:lvl4pPr indent="0" lvl="3" marL="0" algn="r">
              <a:spcBef>
                <a:spcPts val="0"/>
              </a:spcBef>
              <a:buNone/>
              <a:defRPr sz="3839"/>
            </a:lvl4pPr>
            <a:lvl5pPr indent="0" lvl="4" marL="0" algn="r">
              <a:spcBef>
                <a:spcPts val="0"/>
              </a:spcBef>
              <a:buNone/>
              <a:defRPr sz="3839"/>
            </a:lvl5pPr>
            <a:lvl6pPr indent="0" lvl="5" marL="0" algn="r">
              <a:spcBef>
                <a:spcPts val="0"/>
              </a:spcBef>
              <a:buNone/>
              <a:defRPr sz="3839"/>
            </a:lvl6pPr>
            <a:lvl7pPr indent="0" lvl="6" marL="0" algn="r">
              <a:spcBef>
                <a:spcPts val="0"/>
              </a:spcBef>
              <a:buNone/>
              <a:defRPr sz="3839"/>
            </a:lvl7pPr>
            <a:lvl8pPr indent="0" lvl="7" marL="0" algn="r">
              <a:spcBef>
                <a:spcPts val="0"/>
              </a:spcBef>
              <a:buNone/>
              <a:defRPr sz="3839"/>
            </a:lvl8pPr>
            <a:lvl9pPr indent="0" lvl="8" marL="0" algn="r">
              <a:spcBef>
                <a:spcPts val="0"/>
              </a:spcBef>
              <a:buNone/>
              <a:defRPr sz="383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67428" y="1463040"/>
            <a:ext cx="106170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2900" spcFirstLastPara="1" rIns="92900" wrap="square" tIns="4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9"/>
              <a:buFont typeface="Calibri"/>
              <a:buNone/>
              <a:defRPr sz="10239"/>
            </a:lvl1pPr>
            <a:lvl2pPr lvl="1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3994613" y="3159765"/>
            <a:ext cx="16665000" cy="15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878807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0239"/>
              <a:buChar char="•"/>
              <a:defRPr sz="10239"/>
            </a:lvl1pPr>
            <a:lvl2pPr indent="-797579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960"/>
              <a:buChar char="•"/>
              <a:defRPr sz="8960"/>
            </a:lvl2pPr>
            <a:lvl3pPr indent="-716287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Char char="•"/>
              <a:defRPr sz="7680"/>
            </a:lvl3pPr>
            <a:lvl4pPr indent="-634995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399"/>
            </a:lvl4pPr>
            <a:lvl5pPr indent="-634995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399"/>
            </a:lvl5pPr>
            <a:lvl6pPr indent="-634995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399"/>
            </a:lvl6pPr>
            <a:lvl7pPr indent="-634995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399"/>
            </a:lvl7pPr>
            <a:lvl8pPr indent="-634995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399"/>
            </a:lvl8pPr>
            <a:lvl9pPr indent="-634995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399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2267428" y="6583679"/>
            <a:ext cx="10617000" cy="12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19"/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79"/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839"/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algn="r">
              <a:spcBef>
                <a:spcPts val="0"/>
              </a:spcBef>
              <a:buNone/>
              <a:defRPr sz="3839"/>
            </a:lvl1pPr>
            <a:lvl2pPr indent="0" lvl="1" marL="0" algn="r">
              <a:spcBef>
                <a:spcPts val="0"/>
              </a:spcBef>
              <a:buNone/>
              <a:defRPr sz="3839"/>
            </a:lvl2pPr>
            <a:lvl3pPr indent="0" lvl="2" marL="0" algn="r">
              <a:spcBef>
                <a:spcPts val="0"/>
              </a:spcBef>
              <a:buNone/>
              <a:defRPr sz="3839"/>
            </a:lvl3pPr>
            <a:lvl4pPr indent="0" lvl="3" marL="0" algn="r">
              <a:spcBef>
                <a:spcPts val="0"/>
              </a:spcBef>
              <a:buNone/>
              <a:defRPr sz="3839"/>
            </a:lvl4pPr>
            <a:lvl5pPr indent="0" lvl="4" marL="0" algn="r">
              <a:spcBef>
                <a:spcPts val="0"/>
              </a:spcBef>
              <a:buNone/>
              <a:defRPr sz="3839"/>
            </a:lvl5pPr>
            <a:lvl6pPr indent="0" lvl="5" marL="0" algn="r">
              <a:spcBef>
                <a:spcPts val="0"/>
              </a:spcBef>
              <a:buNone/>
              <a:defRPr sz="3839"/>
            </a:lvl6pPr>
            <a:lvl7pPr indent="0" lvl="6" marL="0" algn="r">
              <a:spcBef>
                <a:spcPts val="0"/>
              </a:spcBef>
              <a:buNone/>
              <a:defRPr sz="3839"/>
            </a:lvl7pPr>
            <a:lvl8pPr indent="0" lvl="7" marL="0" algn="r">
              <a:spcBef>
                <a:spcPts val="0"/>
              </a:spcBef>
              <a:buNone/>
              <a:defRPr sz="3839"/>
            </a:lvl8pPr>
            <a:lvl9pPr indent="0" lvl="8" marL="0" algn="r">
              <a:spcBef>
                <a:spcPts val="0"/>
              </a:spcBef>
              <a:buNone/>
              <a:defRPr sz="383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2267428" y="1463040"/>
            <a:ext cx="106170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2900" spcFirstLastPara="1" rIns="92900" wrap="square" tIns="4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9"/>
              <a:buFont typeface="Calibri"/>
              <a:buNone/>
              <a:defRPr sz="10239"/>
            </a:lvl1pPr>
            <a:lvl2pPr lvl="1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3994613" y="3159765"/>
            <a:ext cx="16665000" cy="15595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2267428" y="6583679"/>
            <a:ext cx="10617000" cy="12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19"/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79"/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839"/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algn="r">
              <a:spcBef>
                <a:spcPts val="0"/>
              </a:spcBef>
              <a:buNone/>
              <a:defRPr sz="3839"/>
            </a:lvl1pPr>
            <a:lvl2pPr indent="0" lvl="1" marL="0" algn="r">
              <a:spcBef>
                <a:spcPts val="0"/>
              </a:spcBef>
              <a:buNone/>
              <a:defRPr sz="3839"/>
            </a:lvl2pPr>
            <a:lvl3pPr indent="0" lvl="2" marL="0" algn="r">
              <a:spcBef>
                <a:spcPts val="0"/>
              </a:spcBef>
              <a:buNone/>
              <a:defRPr sz="3839"/>
            </a:lvl3pPr>
            <a:lvl4pPr indent="0" lvl="3" marL="0" algn="r">
              <a:spcBef>
                <a:spcPts val="0"/>
              </a:spcBef>
              <a:buNone/>
              <a:defRPr sz="3839"/>
            </a:lvl4pPr>
            <a:lvl5pPr indent="0" lvl="4" marL="0" algn="r">
              <a:spcBef>
                <a:spcPts val="0"/>
              </a:spcBef>
              <a:buNone/>
              <a:defRPr sz="3839"/>
            </a:lvl5pPr>
            <a:lvl6pPr indent="0" lvl="5" marL="0" algn="r">
              <a:spcBef>
                <a:spcPts val="0"/>
              </a:spcBef>
              <a:buNone/>
              <a:defRPr sz="3839"/>
            </a:lvl6pPr>
            <a:lvl7pPr indent="0" lvl="6" marL="0" algn="r">
              <a:spcBef>
                <a:spcPts val="0"/>
              </a:spcBef>
              <a:buNone/>
              <a:defRPr sz="3839"/>
            </a:lvl7pPr>
            <a:lvl8pPr indent="0" lvl="7" marL="0" algn="r">
              <a:spcBef>
                <a:spcPts val="0"/>
              </a:spcBef>
              <a:buNone/>
              <a:defRPr sz="3839"/>
            </a:lvl8pPr>
            <a:lvl9pPr indent="0" lvl="8" marL="0" algn="r">
              <a:spcBef>
                <a:spcPts val="0"/>
              </a:spcBef>
              <a:buNone/>
              <a:defRPr sz="383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2263141" y="1168404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9"/>
              <a:buNone/>
              <a:defRPr sz="14080"/>
            </a:lvl1pPr>
            <a:lvl2pPr lvl="1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9497172" y="-1391900"/>
            <a:ext cx="13924200" cy="28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344731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8960"/>
            </a:lvl1pPr>
            <a:lvl2pPr indent="-344731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7680"/>
            </a:lvl2pPr>
            <a:lvl3pPr indent="-344731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6399"/>
            </a:lvl3pPr>
            <a:lvl4pPr indent="-344731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4pPr>
            <a:lvl5pPr indent="-344731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5pPr>
            <a:lvl6pPr indent="-344731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6pPr>
            <a:lvl7pPr indent="-344731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7pPr>
            <a:lvl8pPr indent="-344731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8pPr>
            <a:lvl9pPr indent="-344731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algn="r">
              <a:spcBef>
                <a:spcPts val="0"/>
              </a:spcBef>
              <a:buNone/>
              <a:defRPr sz="3839"/>
            </a:lvl1pPr>
            <a:lvl2pPr indent="0" lvl="1" marL="0" algn="r">
              <a:spcBef>
                <a:spcPts val="0"/>
              </a:spcBef>
              <a:buNone/>
              <a:defRPr sz="3839"/>
            </a:lvl2pPr>
            <a:lvl3pPr indent="0" lvl="2" marL="0" algn="r">
              <a:spcBef>
                <a:spcPts val="0"/>
              </a:spcBef>
              <a:buNone/>
              <a:defRPr sz="3839"/>
            </a:lvl3pPr>
            <a:lvl4pPr indent="0" lvl="3" marL="0" algn="r">
              <a:spcBef>
                <a:spcPts val="0"/>
              </a:spcBef>
              <a:buNone/>
              <a:defRPr sz="3839"/>
            </a:lvl4pPr>
            <a:lvl5pPr indent="0" lvl="4" marL="0" algn="r">
              <a:spcBef>
                <a:spcPts val="0"/>
              </a:spcBef>
              <a:buNone/>
              <a:defRPr sz="3839"/>
            </a:lvl5pPr>
            <a:lvl6pPr indent="0" lvl="5" marL="0" algn="r">
              <a:spcBef>
                <a:spcPts val="0"/>
              </a:spcBef>
              <a:buNone/>
              <a:defRPr sz="3839"/>
            </a:lvl6pPr>
            <a:lvl7pPr indent="0" lvl="6" marL="0" algn="r">
              <a:spcBef>
                <a:spcPts val="0"/>
              </a:spcBef>
              <a:buNone/>
              <a:defRPr sz="3839"/>
            </a:lvl7pPr>
            <a:lvl8pPr indent="0" lvl="7" marL="0" algn="r">
              <a:spcBef>
                <a:spcPts val="0"/>
              </a:spcBef>
              <a:buNone/>
              <a:defRPr sz="3839"/>
            </a:lvl8pPr>
            <a:lvl9pPr indent="0" lvl="8" marL="0" algn="r">
              <a:spcBef>
                <a:spcPts val="0"/>
              </a:spcBef>
              <a:buNone/>
              <a:defRPr sz="383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7807323" y="6918350"/>
            <a:ext cx="18597900" cy="70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9"/>
              <a:buNone/>
              <a:defRPr sz="14080"/>
            </a:lvl1pPr>
            <a:lvl2pPr lvl="1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3405461" y="26000"/>
            <a:ext cx="18597900" cy="208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344731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8960"/>
            </a:lvl1pPr>
            <a:lvl2pPr indent="-344731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7680"/>
            </a:lvl2pPr>
            <a:lvl3pPr indent="-344731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6399"/>
            </a:lvl3pPr>
            <a:lvl4pPr indent="-344731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4pPr>
            <a:lvl5pPr indent="-344731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5pPr>
            <a:lvl6pPr indent="-344731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6pPr>
            <a:lvl7pPr indent="-344731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7pPr>
            <a:lvl8pPr indent="-344731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8pPr>
            <a:lvl9pPr indent="-344731" lvl="8" marL="4114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29"/>
              <a:buChar char="•"/>
              <a:defRPr sz="5759"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sz="3839"/>
            </a:lvl1pPr>
            <a:lvl2pPr lvl="1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 algn="l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algn="r">
              <a:spcBef>
                <a:spcPts val="0"/>
              </a:spcBef>
              <a:buNone/>
              <a:defRPr sz="3839"/>
            </a:lvl1pPr>
            <a:lvl2pPr indent="0" lvl="1" marL="0" algn="r">
              <a:spcBef>
                <a:spcPts val="0"/>
              </a:spcBef>
              <a:buNone/>
              <a:defRPr sz="3839"/>
            </a:lvl2pPr>
            <a:lvl3pPr indent="0" lvl="2" marL="0" algn="r">
              <a:spcBef>
                <a:spcPts val="0"/>
              </a:spcBef>
              <a:buNone/>
              <a:defRPr sz="3839"/>
            </a:lvl3pPr>
            <a:lvl4pPr indent="0" lvl="3" marL="0" algn="r">
              <a:spcBef>
                <a:spcPts val="0"/>
              </a:spcBef>
              <a:buNone/>
              <a:defRPr sz="3839"/>
            </a:lvl4pPr>
            <a:lvl5pPr indent="0" lvl="4" marL="0" algn="r">
              <a:spcBef>
                <a:spcPts val="0"/>
              </a:spcBef>
              <a:buNone/>
              <a:defRPr sz="3839"/>
            </a:lvl5pPr>
            <a:lvl6pPr indent="0" lvl="5" marL="0" algn="r">
              <a:spcBef>
                <a:spcPts val="0"/>
              </a:spcBef>
              <a:buNone/>
              <a:defRPr sz="3839"/>
            </a:lvl6pPr>
            <a:lvl7pPr indent="0" lvl="6" marL="0" algn="r">
              <a:spcBef>
                <a:spcPts val="0"/>
              </a:spcBef>
              <a:buNone/>
              <a:defRPr sz="3839"/>
            </a:lvl7pPr>
            <a:lvl8pPr indent="0" lvl="7" marL="0" algn="r">
              <a:spcBef>
                <a:spcPts val="0"/>
              </a:spcBef>
              <a:buNone/>
              <a:defRPr sz="3839"/>
            </a:lvl8pPr>
            <a:lvl9pPr indent="0" lvl="8" marL="0" algn="r">
              <a:spcBef>
                <a:spcPts val="0"/>
              </a:spcBef>
              <a:buNone/>
              <a:defRPr sz="383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263141" y="1168404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80"/>
              <a:buFont typeface="Calibri"/>
              <a:buNone/>
              <a:defRPr b="0" i="0" sz="14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2pPr>
            <a:lvl3pPr lvl="2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3pPr>
            <a:lvl4pPr lvl="3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4pPr>
            <a:lvl5pPr lvl="4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5pPr>
            <a:lvl6pPr lvl="5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6pPr>
            <a:lvl7pPr lvl="6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7pPr>
            <a:lvl8pPr lvl="7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8pPr>
            <a:lvl9pPr lvl="8">
              <a:spcBef>
                <a:spcPts val="0"/>
              </a:spcBef>
              <a:spcAft>
                <a:spcPts val="0"/>
              </a:spcAft>
              <a:buSzPts val="1422"/>
              <a:buNone/>
              <a:defRPr sz="1828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263141" y="5842000"/>
            <a:ext cx="28392000" cy="13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normAutofit/>
          </a:bodyPr>
          <a:lstStyle>
            <a:lvl1pPr indent="-797579" lvl="0" marL="4572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8960"/>
              <a:buFont typeface="Arial"/>
              <a:buChar char="•"/>
              <a:defRPr b="0" i="0" sz="8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16287" lvl="1" marL="914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Font typeface="Arial"/>
              <a:buChar char="•"/>
              <a:defRPr b="0" i="0" sz="76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34995" lvl="2" marL="1371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b="0" i="0" sz="63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94349" lvl="3" marL="18288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94349" lvl="4" marL="22860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94349" lvl="5" marL="2743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94349" lvl="6" marL="3200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94349" lvl="7" marL="3657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94349" lvl="8" marL="41148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b="0" i="0" sz="57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2263141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383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0904224" y="20340324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383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22"/>
              <a:buNone/>
              <a:defRPr b="0" i="0" sz="18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3248629" y="20340324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25" lIns="92900" spcFirstLastPara="1" rIns="92900" wrap="square" tIns="464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83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83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83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83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83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83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83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83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83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EFBF1"/>
            </a:gs>
            <a:gs pos="75000">
              <a:srgbClr val="FFF0BF"/>
            </a:gs>
            <a:gs pos="97000">
              <a:srgbClr val="FFE28B"/>
            </a:gs>
            <a:gs pos="100000">
              <a:srgbClr val="FFE28B"/>
            </a:gs>
          </a:gsLst>
          <a:lin ang="162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892150" y="118341"/>
            <a:ext cx="27807600" cy="4757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920000"/>
          </a:solidFill>
          <a:ln>
            <a:noFill/>
          </a:ln>
        </p:spPr>
        <p:txBody>
          <a:bodyPr anchorCtr="0" anchor="ctr" bIns="55725" lIns="111450" spcFirstLastPara="1" rIns="111450" wrap="square" tIns="55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70" u="none" cap="none" strike="noStrike">
              <a:solidFill>
                <a:srgbClr val="FBE4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956633" y="490297"/>
            <a:ext cx="305037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25" lIns="130050" spcFirstLastPara="1" rIns="130050" wrap="square" tIns="650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96"/>
              <a:buFont typeface="Arial"/>
              <a:buNone/>
            </a:pPr>
            <a:r>
              <a:rPr b="1" i="0" lang="en-US" sz="60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 Will Go Here: Title Will Go Here, Title Will Go Here</a:t>
            </a:r>
            <a:endParaRPr sz="1422"/>
          </a:p>
        </p:txBody>
      </p:sp>
      <p:pic>
        <p:nvPicPr>
          <p:cNvPr descr="Bangladesh University of Engineering and Technology - Wikipedia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176" y="320295"/>
            <a:ext cx="3130959" cy="313095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845156" y="3590219"/>
            <a:ext cx="40470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6" u="none" cap="none" strike="noStrike">
                <a:solidFill>
                  <a:srgbClr val="C00000"/>
                </a:solidFill>
                <a:latin typeface="Rockwell"/>
                <a:ea typeface="Rockwell"/>
                <a:cs typeface="Rockwell"/>
                <a:sym typeface="Rockwell"/>
              </a:rPr>
              <a:t>CSE, BUET</a:t>
            </a:r>
            <a:endParaRPr sz="1422"/>
          </a:p>
        </p:txBody>
      </p:sp>
      <p:sp>
        <p:nvSpPr>
          <p:cNvPr id="88" name="Google Shape;88;p1"/>
          <p:cNvSpPr txBox="1"/>
          <p:nvPr/>
        </p:nvSpPr>
        <p:spPr>
          <a:xfrm>
            <a:off x="14850738" y="1885770"/>
            <a:ext cx="174126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6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Author Names and Information</a:t>
            </a:r>
            <a:endParaRPr sz="1422"/>
          </a:p>
        </p:txBody>
      </p:sp>
      <p:sp>
        <p:nvSpPr>
          <p:cNvPr id="89" name="Google Shape;89;p1"/>
          <p:cNvSpPr/>
          <p:nvPr/>
        </p:nvSpPr>
        <p:spPr>
          <a:xfrm>
            <a:off x="686787" y="5457001"/>
            <a:ext cx="6400800" cy="7213500"/>
          </a:xfrm>
          <a:prstGeom prst="round2DiagRect">
            <a:avLst>
              <a:gd fmla="val 6827" name="adj1"/>
              <a:gd fmla="val 0" name="adj2"/>
            </a:avLst>
          </a:prstGeom>
          <a:solidFill>
            <a:srgbClr val="FDDEA5"/>
          </a:solidFill>
          <a:ln>
            <a:noFill/>
          </a:ln>
        </p:spPr>
        <p:txBody>
          <a:bodyPr anchorCtr="0" anchor="ctr" bIns="45700" lIns="182850" spcFirstLastPara="1" rIns="182850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99" u="none"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035856" y="5457001"/>
            <a:ext cx="7247400" cy="734700"/>
          </a:xfrm>
          <a:prstGeom prst="round2DiagRect">
            <a:avLst>
              <a:gd fmla="val 30177" name="adj1"/>
              <a:gd fmla="val 0" name="adj2"/>
            </a:avLst>
          </a:prstGeom>
          <a:solidFill>
            <a:srgbClr val="B41E1E"/>
          </a:solidFill>
          <a:ln>
            <a:noFill/>
          </a:ln>
        </p:spPr>
        <p:txBody>
          <a:bodyPr anchorCtr="0" anchor="ctr" bIns="45700" lIns="182850" spcFirstLastPara="1" rIns="182850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57" u="none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Methodology</a:t>
            </a:r>
            <a:endParaRPr sz="1422"/>
          </a:p>
        </p:txBody>
      </p:sp>
      <p:sp>
        <p:nvSpPr>
          <p:cNvPr id="91" name="Google Shape;91;p1"/>
          <p:cNvSpPr/>
          <p:nvPr/>
        </p:nvSpPr>
        <p:spPr>
          <a:xfrm>
            <a:off x="16539198" y="5457001"/>
            <a:ext cx="7247400" cy="734700"/>
          </a:xfrm>
          <a:prstGeom prst="round2DiagRect">
            <a:avLst>
              <a:gd fmla="val 30177" name="adj1"/>
              <a:gd fmla="val 0" name="adj2"/>
            </a:avLst>
          </a:prstGeom>
          <a:solidFill>
            <a:srgbClr val="B41E1E"/>
          </a:solidFill>
          <a:ln>
            <a:noFill/>
          </a:ln>
        </p:spPr>
        <p:txBody>
          <a:bodyPr anchorCtr="0" anchor="ctr" bIns="45700" lIns="182850" spcFirstLastPara="1" rIns="182850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51" u="none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Results</a:t>
            </a:r>
            <a:endParaRPr sz="1422"/>
          </a:p>
        </p:txBody>
      </p:sp>
      <p:sp>
        <p:nvSpPr>
          <p:cNvPr id="92" name="Google Shape;92;p1"/>
          <p:cNvSpPr/>
          <p:nvPr/>
        </p:nvSpPr>
        <p:spPr>
          <a:xfrm>
            <a:off x="25042545" y="5457001"/>
            <a:ext cx="7247400" cy="734700"/>
          </a:xfrm>
          <a:prstGeom prst="round2DiagRect">
            <a:avLst>
              <a:gd fmla="val 30178" name="adj1"/>
              <a:gd fmla="val 0" name="adj2"/>
            </a:avLst>
          </a:prstGeom>
          <a:solidFill>
            <a:srgbClr val="B41E1E"/>
          </a:solidFill>
          <a:ln>
            <a:noFill/>
          </a:ln>
        </p:spPr>
        <p:txBody>
          <a:bodyPr anchorCtr="0" anchor="ctr" bIns="45700" lIns="182850" spcFirstLastPara="1" rIns="182850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51" u="none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Conclusion</a:t>
            </a:r>
            <a:endParaRPr sz="1422"/>
          </a:p>
        </p:txBody>
      </p:sp>
      <p:sp>
        <p:nvSpPr>
          <p:cNvPr id="93" name="Google Shape;93;p1"/>
          <p:cNvSpPr/>
          <p:nvPr/>
        </p:nvSpPr>
        <p:spPr>
          <a:xfrm>
            <a:off x="686787" y="13206000"/>
            <a:ext cx="6400800" cy="734700"/>
          </a:xfrm>
          <a:prstGeom prst="round2DiagRect">
            <a:avLst>
              <a:gd fmla="val 30178" name="adj1"/>
              <a:gd fmla="val 0" name="adj2"/>
            </a:avLst>
          </a:prstGeom>
          <a:solidFill>
            <a:srgbClr val="B41E1E"/>
          </a:solidFill>
          <a:ln>
            <a:noFill/>
          </a:ln>
        </p:spPr>
        <p:txBody>
          <a:bodyPr anchorCtr="0" anchor="ctr" bIns="45700" lIns="182850" spcFirstLastPara="1" rIns="182850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51" u="none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Introduction</a:t>
            </a:r>
            <a:endParaRPr sz="1422"/>
          </a:p>
        </p:txBody>
      </p:sp>
      <p:sp>
        <p:nvSpPr>
          <p:cNvPr id="94" name="Google Shape;94;p1"/>
          <p:cNvSpPr/>
          <p:nvPr/>
        </p:nvSpPr>
        <p:spPr>
          <a:xfrm>
            <a:off x="25042544" y="13206000"/>
            <a:ext cx="7247400" cy="734700"/>
          </a:xfrm>
          <a:prstGeom prst="round2DiagRect">
            <a:avLst>
              <a:gd fmla="val 33555" name="adj1"/>
              <a:gd fmla="val 0" name="adj2"/>
            </a:avLst>
          </a:prstGeom>
          <a:solidFill>
            <a:srgbClr val="B41E1E"/>
          </a:solidFill>
          <a:ln>
            <a:noFill/>
          </a:ln>
        </p:spPr>
        <p:txBody>
          <a:bodyPr anchorCtr="0" anchor="ctr" bIns="45700" lIns="182850" spcFirstLastPara="1" rIns="182850" wrap="square" tIns="48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44" u="none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References</a:t>
            </a:r>
            <a:endParaRPr sz="1422"/>
          </a:p>
        </p:txBody>
      </p:sp>
      <p:sp>
        <p:nvSpPr>
          <p:cNvPr id="95" name="Google Shape;95;p1"/>
          <p:cNvSpPr txBox="1"/>
          <p:nvPr/>
        </p:nvSpPr>
        <p:spPr>
          <a:xfrm>
            <a:off x="839187" y="5716736"/>
            <a:ext cx="6096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51" u="none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rPr>
              <a:t>Abstract</a:t>
            </a:r>
            <a:endParaRPr sz="1422"/>
          </a:p>
        </p:txBody>
      </p:sp>
      <p:sp>
        <p:nvSpPr>
          <p:cNvPr id="96" name="Google Shape;96;p1"/>
          <p:cNvSpPr txBox="1"/>
          <p:nvPr/>
        </p:nvSpPr>
        <p:spPr>
          <a:xfrm>
            <a:off x="839187" y="6359798"/>
            <a:ext cx="6096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44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your information, graphs and images to this section.</a:t>
            </a:r>
            <a:endParaRPr sz="1422"/>
          </a:p>
        </p:txBody>
      </p:sp>
      <p:sp>
        <p:nvSpPr>
          <p:cNvPr id="97" name="Google Shape;97;p1"/>
          <p:cNvSpPr txBox="1"/>
          <p:nvPr/>
        </p:nvSpPr>
        <p:spPr>
          <a:xfrm>
            <a:off x="686787" y="13940602"/>
            <a:ext cx="6400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44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your information, graphs and images to this section.</a:t>
            </a:r>
            <a:endParaRPr sz="1422"/>
          </a:p>
        </p:txBody>
      </p:sp>
      <p:sp>
        <p:nvSpPr>
          <p:cNvPr id="98" name="Google Shape;98;p1"/>
          <p:cNvSpPr txBox="1"/>
          <p:nvPr/>
        </p:nvSpPr>
        <p:spPr>
          <a:xfrm>
            <a:off x="8035856" y="6172855"/>
            <a:ext cx="6400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44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your information, graphs and images to this section.</a:t>
            </a:r>
            <a:endParaRPr sz="1422"/>
          </a:p>
        </p:txBody>
      </p:sp>
      <p:sp>
        <p:nvSpPr>
          <p:cNvPr id="99" name="Google Shape;99;p1"/>
          <p:cNvSpPr txBox="1"/>
          <p:nvPr/>
        </p:nvSpPr>
        <p:spPr>
          <a:xfrm>
            <a:off x="16567354" y="6172855"/>
            <a:ext cx="6400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44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your information, graphs and images to this section.</a:t>
            </a:r>
            <a:endParaRPr sz="1422"/>
          </a:p>
        </p:txBody>
      </p:sp>
      <p:sp>
        <p:nvSpPr>
          <p:cNvPr id="100" name="Google Shape;100;p1"/>
          <p:cNvSpPr txBox="1"/>
          <p:nvPr/>
        </p:nvSpPr>
        <p:spPr>
          <a:xfrm>
            <a:off x="25042543" y="6172855"/>
            <a:ext cx="6096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44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your information, graphs and images to this section.</a:t>
            </a:r>
            <a:endParaRPr sz="1422"/>
          </a:p>
        </p:txBody>
      </p:sp>
      <p:sp>
        <p:nvSpPr>
          <p:cNvPr id="101" name="Google Shape;101;p1"/>
          <p:cNvSpPr txBox="1"/>
          <p:nvPr/>
        </p:nvSpPr>
        <p:spPr>
          <a:xfrm>
            <a:off x="25042543" y="13940602"/>
            <a:ext cx="6400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2900" spcFirstLastPara="1" rIns="92900" wrap="square" tIns="46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44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your information, graphs and images to this section.</a:t>
            </a:r>
            <a:endParaRPr sz="1422"/>
          </a:p>
        </p:txBody>
      </p:sp>
      <p:sp>
        <p:nvSpPr>
          <p:cNvPr id="102" name="Google Shape;102;p1"/>
          <p:cNvSpPr/>
          <p:nvPr/>
        </p:nvSpPr>
        <p:spPr>
          <a:xfrm>
            <a:off x="0" y="21311858"/>
            <a:ext cx="32918400" cy="616500"/>
          </a:xfrm>
          <a:prstGeom prst="rect">
            <a:avLst/>
          </a:prstGeom>
          <a:solidFill>
            <a:srgbClr val="C00000"/>
          </a:solidFill>
          <a:ln cap="flat" cmpd="sng" w="129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425" lIns="92900" spcFirstLastPara="1" rIns="92900" wrap="square" tIns="46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5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Accepted/Presented at […………………………………………………………]</a:t>
            </a:r>
            <a:endParaRPr sz="142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2025-02-18T17:48:53Z</dcterms:created>
  <dc:creator>Junaed Younus Khan</dc:creator>
</cp:coreProperties>
</file>