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21945600" cx="32918400"/>
  <p:notesSz cx="6858000" cy="9144000"/>
  <p:embeddedFontLst>
    <p:embeddedFont>
      <p:font typeface="Montserrat"/>
      <p:regular r:id="rId7"/>
      <p:bold r:id="rId8"/>
      <p:italic r:id="rId9"/>
      <p:boldItalic r:id="rId10"/>
    </p:embeddedFont>
    <p:embeddedFont>
      <p:font typeface="Libre Baskerville"/>
      <p:regular r:id="rId11"/>
      <p:bold r:id="rId12"/>
      <p:italic r:id="rId13"/>
      <p:boldItalic r:id="rId14"/>
    </p:embeddedFont>
    <p:embeddedFont>
      <p:font typeface="Dosis SemiBol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2">
          <p15:clr>
            <a:srgbClr val="747775"/>
          </p15:clr>
        </p15:guide>
        <p15:guide id="2" pos="103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2" orient="horz"/>
        <p:guide pos="1036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ibreBaskerville-regular.fntdata"/><Relationship Id="rId10" Type="http://schemas.openxmlformats.org/officeDocument/2006/relationships/font" Target="fonts/Montserrat-boldItalic.fntdata"/><Relationship Id="rId13" Type="http://schemas.openxmlformats.org/officeDocument/2006/relationships/font" Target="fonts/LibreBaskerville-italic.fntdata"/><Relationship Id="rId12" Type="http://schemas.openxmlformats.org/officeDocument/2006/relationships/font" Target="fonts/LibreBaskervill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italic.fntdata"/><Relationship Id="rId15" Type="http://schemas.openxmlformats.org/officeDocument/2006/relationships/font" Target="fonts/DosisSemiBold-regular.fntdata"/><Relationship Id="rId14" Type="http://schemas.openxmlformats.org/officeDocument/2006/relationships/font" Target="fonts/LibreBaskerville-boldItalic.fntdata"/><Relationship Id="rId16" Type="http://schemas.openxmlformats.org/officeDocument/2006/relationships/font" Target="fonts/Dosi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5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22150" y="3176853"/>
            <a:ext cx="30674100" cy="87579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1pPr>
            <a:lvl2pPr lvl="1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2pPr>
            <a:lvl3pPr lvl="2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3pPr>
            <a:lvl4pPr lvl="3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4pPr>
            <a:lvl5pPr lvl="4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5pPr>
            <a:lvl6pPr lvl="5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6pPr>
            <a:lvl7pPr lvl="6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7pPr>
            <a:lvl8pPr lvl="7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8pPr>
            <a:lvl9pPr lvl="8" algn="ctr">
              <a:spcBef>
                <a:spcPts val="0"/>
              </a:spcBef>
              <a:spcAft>
                <a:spcPts val="0"/>
              </a:spcAft>
              <a:buSzPts val="19876"/>
              <a:buNone/>
              <a:defRPr sz="19876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22120" y="12092267"/>
            <a:ext cx="30674100" cy="33819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122120" y="9176960"/>
            <a:ext cx="30674100" cy="35916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1pPr>
            <a:lvl2pPr lvl="1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2pPr>
            <a:lvl3pPr lvl="2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3pPr>
            <a:lvl4pPr lvl="3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4pPr>
            <a:lvl5pPr lvl="4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5pPr>
            <a:lvl6pPr lvl="5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6pPr>
            <a:lvl7pPr lvl="6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7pPr>
            <a:lvl8pPr lvl="7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8pPr>
            <a:lvl9pPr lvl="8" algn="ctr">
              <a:spcBef>
                <a:spcPts val="0"/>
              </a:spcBef>
              <a:spcAft>
                <a:spcPts val="0"/>
              </a:spcAft>
              <a:buSzPts val="13760"/>
              <a:buNone/>
              <a:defRPr sz="1376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12212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7396640" y="4917227"/>
            <a:ext cx="14399700" cy="145767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68395" lvl="0" marL="4572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1pPr>
            <a:lvl2pPr lvl="1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2pPr>
            <a:lvl3pPr lvl="2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3pPr>
            <a:lvl4pPr lvl="3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4pPr>
            <a:lvl5pPr lvl="4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5pPr>
            <a:lvl6pPr lvl="5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6pPr>
            <a:lvl7pPr lvl="6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7pPr>
            <a:lvl8pPr lvl="7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8pPr>
            <a:lvl9pPr lvl="8">
              <a:spcBef>
                <a:spcPts val="0"/>
              </a:spcBef>
              <a:spcAft>
                <a:spcPts val="0"/>
              </a:spcAft>
              <a:buSzPts val="10702"/>
              <a:buNone/>
              <a:defRPr sz="10702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122120" y="2370560"/>
            <a:ext cx="10108800" cy="32244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1pPr>
            <a:lvl2pPr lvl="1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2pPr>
            <a:lvl3pPr lvl="2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3pPr>
            <a:lvl4pPr lvl="3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4pPr>
            <a:lvl5pPr lvl="4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5pPr>
            <a:lvl6pPr lvl="5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6pPr>
            <a:lvl7pPr lvl="6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7pPr>
            <a:lvl8pPr lvl="7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8pPr>
            <a:lvl9pPr lvl="8">
              <a:spcBef>
                <a:spcPts val="0"/>
              </a:spcBef>
              <a:spcAft>
                <a:spcPts val="0"/>
              </a:spcAft>
              <a:buSzPts val="9173"/>
              <a:buNone/>
              <a:defRPr sz="9173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122120" y="5928960"/>
            <a:ext cx="10108800" cy="135654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519854" lvl="0" marL="4572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1pPr>
            <a:lvl2pPr indent="-519854" lvl="1" marL="9144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2pPr>
            <a:lvl3pPr indent="-519854" lvl="2" marL="13716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3pPr>
            <a:lvl4pPr indent="-519854" lvl="3" marL="18288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4pPr>
            <a:lvl5pPr indent="-519854" lvl="4" marL="22860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5pPr>
            <a:lvl6pPr indent="-519854" lvl="5" marL="27432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6pPr>
            <a:lvl7pPr indent="-519854" lvl="6" marL="3200400">
              <a:spcBef>
                <a:spcPts val="0"/>
              </a:spcBef>
              <a:spcAft>
                <a:spcPts val="0"/>
              </a:spcAft>
              <a:buSzPts val="4587"/>
              <a:buChar char="●"/>
              <a:defRPr sz="4587"/>
            </a:lvl7pPr>
            <a:lvl8pPr indent="-519854" lvl="7" marL="3657600">
              <a:spcBef>
                <a:spcPts val="0"/>
              </a:spcBef>
              <a:spcAft>
                <a:spcPts val="0"/>
              </a:spcAft>
              <a:buSzPts val="4587"/>
              <a:buChar char="○"/>
              <a:defRPr sz="4587"/>
            </a:lvl8pPr>
            <a:lvl9pPr indent="-519854" lvl="8" marL="4114800">
              <a:spcBef>
                <a:spcPts val="0"/>
              </a:spcBef>
              <a:spcAft>
                <a:spcPts val="0"/>
              </a:spcAft>
              <a:buSzPts val="4587"/>
              <a:buChar char="■"/>
              <a:defRPr sz="4587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764900" y="1920640"/>
            <a:ext cx="22924200" cy="174540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1pPr>
            <a:lvl2pPr lvl="1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2pPr>
            <a:lvl3pPr lvl="2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3pPr>
            <a:lvl4pPr lvl="3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4pPr>
            <a:lvl5pPr lvl="4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5pPr>
            <a:lvl6pPr lvl="5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6pPr>
            <a:lvl7pPr lvl="6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7pPr>
            <a:lvl8pPr lvl="7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8pPr>
            <a:lvl9pPr lvl="8">
              <a:spcBef>
                <a:spcPts val="0"/>
              </a:spcBef>
              <a:spcAft>
                <a:spcPts val="0"/>
              </a:spcAft>
              <a:buSzPts val="18347"/>
              <a:buNone/>
              <a:defRPr sz="1834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459200" y="-533"/>
            <a:ext cx="16459200" cy="2194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9450" lIns="349450" spcFirstLastPara="1" rIns="349450" wrap="square" tIns="34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955800" y="5261547"/>
            <a:ext cx="14562600" cy="63246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53"/>
              <a:buNone/>
              <a:defRPr sz="16053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955800" y="11959787"/>
            <a:ext cx="14562600" cy="52698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27"/>
              <a:buNone/>
              <a:defRPr sz="8027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7782200" y="3089387"/>
            <a:ext cx="13813200" cy="157659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665480" lvl="0" marL="457200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122120" y="18050453"/>
            <a:ext cx="21595800" cy="25818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80"/>
              <a:buNone/>
              <a:defRPr sz="688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122120" y="4719467"/>
            <a:ext cx="30674100" cy="8377500"/>
          </a:xfrm>
          <a:prstGeom prst="rect">
            <a:avLst/>
          </a:prstGeom>
        </p:spPr>
        <p:txBody>
          <a:bodyPr anchorCtr="0" anchor="b" bIns="349450" lIns="349450" spcFirstLastPara="1" rIns="349450" wrap="square" tIns="34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1pPr>
            <a:lvl2pPr lvl="1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2pPr>
            <a:lvl3pPr lvl="2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3pPr>
            <a:lvl4pPr lvl="3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4pPr>
            <a:lvl5pPr lvl="4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5pPr>
            <a:lvl6pPr lvl="5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6pPr>
            <a:lvl7pPr lvl="6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7pPr>
            <a:lvl8pPr lvl="7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8pPr>
            <a:lvl9pPr lvl="8" algn="ctr">
              <a:spcBef>
                <a:spcPts val="0"/>
              </a:spcBef>
              <a:spcAft>
                <a:spcPts val="0"/>
              </a:spcAft>
              <a:buSzPts val="45867"/>
              <a:buNone/>
              <a:defRPr sz="45867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122120" y="13449493"/>
            <a:ext cx="30674100" cy="5550000"/>
          </a:xfrm>
          <a:prstGeom prst="rect">
            <a:avLst/>
          </a:prstGeom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 algn="ctr">
              <a:spcBef>
                <a:spcPts val="0"/>
              </a:spcBef>
              <a:spcAft>
                <a:spcPts val="0"/>
              </a:spcAft>
              <a:buSzPts val="6880"/>
              <a:buChar char="●"/>
              <a:defRPr sz="6880"/>
            </a:lvl1pPr>
            <a:lvl2pPr indent="-568395" lvl="1" marL="9144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2pPr>
            <a:lvl3pPr indent="-568395" lvl="2" marL="13716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3pPr>
            <a:lvl4pPr indent="-568395" lvl="3" marL="18288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4pPr>
            <a:lvl5pPr indent="-568396" lvl="4" marL="22860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5pPr>
            <a:lvl6pPr indent="-568396" lvl="5" marL="27432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6pPr>
            <a:lvl7pPr indent="-568396" lvl="6" marL="3200400" algn="ctr">
              <a:spcBef>
                <a:spcPts val="0"/>
              </a:spcBef>
              <a:spcAft>
                <a:spcPts val="0"/>
              </a:spcAft>
              <a:buSzPts val="5351"/>
              <a:buChar char="●"/>
              <a:defRPr sz="5351"/>
            </a:lvl7pPr>
            <a:lvl8pPr indent="-568396" lvl="7" marL="3657600" algn="ctr">
              <a:spcBef>
                <a:spcPts val="0"/>
              </a:spcBef>
              <a:spcAft>
                <a:spcPts val="0"/>
              </a:spcAft>
              <a:buSzPts val="5351"/>
              <a:buChar char="○"/>
              <a:defRPr sz="5351"/>
            </a:lvl8pPr>
            <a:lvl9pPr indent="-568396" lvl="8" marL="4114800" algn="ctr">
              <a:spcBef>
                <a:spcPts val="0"/>
              </a:spcBef>
              <a:spcAft>
                <a:spcPts val="0"/>
              </a:spcAft>
              <a:buSzPts val="5351"/>
              <a:buChar char="■"/>
              <a:defRPr sz="5351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>
              <a:buNone/>
              <a:defRPr sz="3822"/>
            </a:lvl1pPr>
            <a:lvl2pPr lvl="1">
              <a:buNone/>
              <a:defRPr sz="3822"/>
            </a:lvl2pPr>
            <a:lvl3pPr lvl="2">
              <a:buNone/>
              <a:defRPr sz="3822"/>
            </a:lvl3pPr>
            <a:lvl4pPr lvl="3">
              <a:buNone/>
              <a:defRPr sz="3822"/>
            </a:lvl4pPr>
            <a:lvl5pPr lvl="4">
              <a:buNone/>
              <a:defRPr sz="3822"/>
            </a:lvl5pPr>
            <a:lvl6pPr lvl="5">
              <a:buNone/>
              <a:defRPr sz="3822"/>
            </a:lvl6pPr>
            <a:lvl7pPr lvl="6">
              <a:buNone/>
              <a:defRPr sz="3822"/>
            </a:lvl7pPr>
            <a:lvl8pPr lvl="7">
              <a:buNone/>
              <a:defRPr sz="3822"/>
            </a:lvl8pPr>
            <a:lvl9pPr lvl="8">
              <a:buNone/>
              <a:defRPr sz="382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22120" y="1898773"/>
            <a:ext cx="30674100" cy="24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02"/>
              <a:buNone/>
              <a:defRPr sz="10702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22120" y="4917227"/>
            <a:ext cx="30674100" cy="145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450" lIns="349450" spcFirstLastPara="1" rIns="349450" wrap="square" tIns="349450">
            <a:normAutofit/>
          </a:bodyPr>
          <a:lstStyle>
            <a:lvl1pPr indent="-66548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880"/>
              <a:buChar char="●"/>
              <a:defRPr sz="6880">
                <a:solidFill>
                  <a:schemeClr val="dk2"/>
                </a:solidFill>
              </a:defRPr>
            </a:lvl1pPr>
            <a:lvl2pPr indent="-56839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2pPr>
            <a:lvl3pPr indent="-56839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3pPr>
            <a:lvl4pPr indent="-56839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4pPr>
            <a:lvl5pPr indent="-568396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5pPr>
            <a:lvl6pPr indent="-568396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6pPr>
            <a:lvl7pPr indent="-568396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●"/>
              <a:defRPr sz="5351">
                <a:solidFill>
                  <a:schemeClr val="dk2"/>
                </a:solidFill>
              </a:defRPr>
            </a:lvl7pPr>
            <a:lvl8pPr indent="-568396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○"/>
              <a:defRPr sz="5351">
                <a:solidFill>
                  <a:schemeClr val="dk2"/>
                </a:solidFill>
              </a:defRPr>
            </a:lvl8pPr>
            <a:lvl9pPr indent="-568396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351"/>
              <a:buChar char="■"/>
              <a:defRPr sz="5351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0500848" y="19896392"/>
            <a:ext cx="1975200" cy="16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450" lIns="349450" spcFirstLastPara="1" rIns="349450" wrap="square" tIns="349450">
            <a:normAutofit/>
          </a:bodyPr>
          <a:lstStyle>
            <a:lvl1pPr lvl="0" algn="r">
              <a:buNone/>
              <a:defRPr sz="3822">
                <a:solidFill>
                  <a:schemeClr val="dk2"/>
                </a:solidFill>
              </a:defRPr>
            </a:lvl1pPr>
            <a:lvl2pPr lvl="1" algn="r">
              <a:buNone/>
              <a:defRPr sz="3822">
                <a:solidFill>
                  <a:schemeClr val="dk2"/>
                </a:solidFill>
              </a:defRPr>
            </a:lvl2pPr>
            <a:lvl3pPr lvl="2" algn="r">
              <a:buNone/>
              <a:defRPr sz="3822">
                <a:solidFill>
                  <a:schemeClr val="dk2"/>
                </a:solidFill>
              </a:defRPr>
            </a:lvl3pPr>
            <a:lvl4pPr lvl="3" algn="r">
              <a:buNone/>
              <a:defRPr sz="3822">
                <a:solidFill>
                  <a:schemeClr val="dk2"/>
                </a:solidFill>
              </a:defRPr>
            </a:lvl4pPr>
            <a:lvl5pPr lvl="4" algn="r">
              <a:buNone/>
              <a:defRPr sz="3822">
                <a:solidFill>
                  <a:schemeClr val="dk2"/>
                </a:solidFill>
              </a:defRPr>
            </a:lvl5pPr>
            <a:lvl6pPr lvl="5" algn="r">
              <a:buNone/>
              <a:defRPr sz="3822">
                <a:solidFill>
                  <a:schemeClr val="dk2"/>
                </a:solidFill>
              </a:defRPr>
            </a:lvl6pPr>
            <a:lvl7pPr lvl="6" algn="r">
              <a:buNone/>
              <a:defRPr sz="3822">
                <a:solidFill>
                  <a:schemeClr val="dk2"/>
                </a:solidFill>
              </a:defRPr>
            </a:lvl7pPr>
            <a:lvl8pPr lvl="7" algn="r">
              <a:buNone/>
              <a:defRPr sz="3822">
                <a:solidFill>
                  <a:schemeClr val="dk2"/>
                </a:solidFill>
              </a:defRPr>
            </a:lvl8pPr>
            <a:lvl9pPr lvl="8" algn="r">
              <a:buNone/>
              <a:defRPr sz="382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-2" y="4018888"/>
            <a:ext cx="32918402" cy="17927740"/>
            <a:chOff x="-3" y="6028031"/>
            <a:chExt cx="43891203" cy="26890265"/>
          </a:xfrm>
        </p:grpSpPr>
        <p:grpSp>
          <p:nvGrpSpPr>
            <p:cNvPr id="55" name="Google Shape;55;p13"/>
            <p:cNvGrpSpPr/>
            <p:nvPr/>
          </p:nvGrpSpPr>
          <p:grpSpPr>
            <a:xfrm>
              <a:off x="-3" y="6028031"/>
              <a:ext cx="43891203" cy="26126931"/>
              <a:chOff x="-3" y="5073444"/>
              <a:chExt cx="43891203" cy="27082959"/>
            </a:xfrm>
          </p:grpSpPr>
          <p:sp>
            <p:nvSpPr>
              <p:cNvPr id="56" name="Google Shape;56;p13"/>
              <p:cNvSpPr/>
              <p:nvPr/>
            </p:nvSpPr>
            <p:spPr>
              <a:xfrm rot="10800000">
                <a:off x="-3" y="5073444"/>
                <a:ext cx="43891200" cy="17841384"/>
              </a:xfrm>
              <a:prstGeom prst="flowChartDocument">
                <a:avLst/>
              </a:prstGeom>
              <a:solidFill>
                <a:srgbClr val="FFFF99"/>
              </a:solidFill>
              <a:ln>
                <a:noFill/>
              </a:ln>
            </p:spPr>
            <p:txBody>
              <a:bodyPr anchorCtr="0" anchor="ctr" bIns="33000" lIns="66025" spcFirstLastPara="1" rIns="66025" wrap="square" tIns="33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5344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000000000000000</a:t>
                </a:r>
                <a:endParaRPr sz="1011"/>
              </a:p>
            </p:txBody>
          </p:sp>
          <p:sp>
            <p:nvSpPr>
              <p:cNvPr id="57" name="Google Shape;57;p13"/>
              <p:cNvSpPr/>
              <p:nvPr/>
            </p:nvSpPr>
            <p:spPr>
              <a:xfrm rot="10800000">
                <a:off x="0" y="5348897"/>
                <a:ext cx="43891200" cy="17565930"/>
              </a:xfrm>
              <a:prstGeom prst="flowChartDocument">
                <a:avLst/>
              </a:pr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33000" lIns="66025" spcFirstLastPara="1" rIns="66025" wrap="square" tIns="33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5344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 flipH="1" rot="10800000">
                <a:off x="0" y="5254184"/>
                <a:ext cx="43891190" cy="17672436"/>
              </a:xfrm>
              <a:custGeom>
                <a:rect b="b" l="l" r="r" t="t"/>
                <a:pathLst>
                  <a:path extrusionOk="0" h="21351" w="15601">
                    <a:moveTo>
                      <a:pt x="0" y="29"/>
                    </a:moveTo>
                    <a:lnTo>
                      <a:pt x="15591" y="0"/>
                    </a:lnTo>
                    <a:cubicBezTo>
                      <a:pt x="15591" y="5774"/>
                      <a:pt x="15601" y="13467"/>
                      <a:pt x="15601" y="19241"/>
                    </a:cubicBezTo>
                    <a:cubicBezTo>
                      <a:pt x="10638" y="19328"/>
                      <a:pt x="7602" y="23020"/>
                      <a:pt x="0" y="20434"/>
                    </a:cubicBezTo>
                    <a:lnTo>
                      <a:pt x="0" y="29"/>
                    </a:lnTo>
                    <a:close/>
                  </a:path>
                </a:pathLst>
              </a:custGeom>
              <a:solidFill>
                <a:srgbClr val="800000"/>
              </a:solidFill>
              <a:ln>
                <a:noFill/>
              </a:ln>
            </p:spPr>
            <p:txBody>
              <a:bodyPr anchorCtr="0" anchor="ctr" bIns="33000" lIns="66025" spcFirstLastPara="1" rIns="66025" wrap="square" tIns="33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5344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sz="1011"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 flipH="1" rot="10800000">
                <a:off x="1" y="5399810"/>
                <a:ext cx="43891190" cy="26756593"/>
              </a:xfrm>
              <a:custGeom>
                <a:rect b="b" l="l" r="r" t="t"/>
                <a:pathLst>
                  <a:path extrusionOk="0" h="21351" w="15601">
                    <a:moveTo>
                      <a:pt x="0" y="29"/>
                    </a:moveTo>
                    <a:lnTo>
                      <a:pt x="15591" y="0"/>
                    </a:lnTo>
                    <a:cubicBezTo>
                      <a:pt x="15591" y="5774"/>
                      <a:pt x="15601" y="13467"/>
                      <a:pt x="15601" y="19241"/>
                    </a:cubicBezTo>
                    <a:cubicBezTo>
                      <a:pt x="10638" y="19328"/>
                      <a:pt x="7602" y="23020"/>
                      <a:pt x="0" y="20434"/>
                    </a:cubicBezTo>
                    <a:lnTo>
                      <a:pt x="0" y="29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D1F2F7"/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33000" lIns="66025" spcFirstLastPara="1" rIns="66025" wrap="square" tIns="330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GB" sz="5344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sz="1011"/>
              </a:p>
            </p:txBody>
          </p:sp>
        </p:grpSp>
        <p:sp>
          <p:nvSpPr>
            <p:cNvPr id="60" name="Google Shape;60;p13"/>
            <p:cNvSpPr/>
            <p:nvPr/>
          </p:nvSpPr>
          <p:spPr>
            <a:xfrm>
              <a:off x="0" y="31367896"/>
              <a:ext cx="43891200" cy="1550400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</p:spPr>
          <p:txBody>
            <a:bodyPr anchorCtr="0" anchor="ctr" bIns="33000" lIns="66025" spcFirstLastPara="1" rIns="66025" wrap="square" tIns="33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534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61" name="Google Shape;61;p13"/>
            <p:cNvCxnSpPr/>
            <p:nvPr/>
          </p:nvCxnSpPr>
          <p:spPr>
            <a:xfrm>
              <a:off x="0" y="31642622"/>
              <a:ext cx="43891200" cy="0"/>
            </a:xfrm>
            <a:prstGeom prst="straightConnector1">
              <a:avLst/>
            </a:prstGeom>
            <a:noFill/>
            <a:ln cap="flat" cmpd="sng" w="183450">
              <a:solidFill>
                <a:srgbClr val="FFFF99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3"/>
          <p:cNvSpPr/>
          <p:nvPr/>
        </p:nvSpPr>
        <p:spPr>
          <a:xfrm>
            <a:off x="578540" y="6797791"/>
            <a:ext cx="7200900" cy="5823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FFFF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</a:t>
            </a:r>
            <a:endParaRPr sz="1011"/>
          </a:p>
        </p:txBody>
      </p:sp>
      <p:sp>
        <p:nvSpPr>
          <p:cNvPr id="63" name="Google Shape;63;p13"/>
          <p:cNvSpPr txBox="1"/>
          <p:nvPr/>
        </p:nvSpPr>
        <p:spPr>
          <a:xfrm>
            <a:off x="4681331" y="558971"/>
            <a:ext cx="274320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6139"/>
              <a:buFont typeface="Libre Baskerville"/>
              <a:buNone/>
            </a:pPr>
            <a:r>
              <a:rPr b="0" i="0" lang="en-GB" sz="6139" u="none" cap="none" strike="noStrike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The Title Will Go Here: The Title Will Go Here, The Title Will Go Here  </a:t>
            </a:r>
            <a:endParaRPr sz="1011"/>
          </a:p>
        </p:txBody>
      </p:sp>
      <p:sp>
        <p:nvSpPr>
          <p:cNvPr id="64" name="Google Shape;64;p13"/>
          <p:cNvSpPr txBox="1"/>
          <p:nvPr/>
        </p:nvSpPr>
        <p:spPr>
          <a:xfrm>
            <a:off x="4681331" y="2614058"/>
            <a:ext cx="27432000" cy="13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4044"/>
              <a:buFont typeface="Arial"/>
              <a:buNone/>
            </a:pPr>
            <a:r>
              <a:rPr b="0" i="0" lang="en-GB" sz="4044" u="none" cap="none" strike="noStrike">
                <a:solidFill>
                  <a:srgbClr val="800000"/>
                </a:solidFill>
                <a:latin typeface="Montserrat"/>
                <a:ea typeface="Montserrat"/>
                <a:cs typeface="Montserrat"/>
                <a:sym typeface="Montserrat"/>
              </a:rPr>
              <a:t>Add Author Names and Information</a:t>
            </a:r>
            <a:endParaRPr sz="1011"/>
          </a:p>
          <a:p>
            <a:pPr indent="0" lvl="0" marL="0" marR="0" rtl="0" algn="ctr">
              <a:lnSpc>
                <a:spcPct val="100000"/>
              </a:lnSpc>
              <a:spcBef>
                <a:spcPts val="809"/>
              </a:spcBef>
              <a:spcAft>
                <a:spcPts val="0"/>
              </a:spcAft>
              <a:buClr>
                <a:srgbClr val="04617B"/>
              </a:buClr>
              <a:buSzPts val="4044"/>
              <a:buFont typeface="Arial"/>
              <a:buNone/>
            </a:pPr>
            <a:r>
              <a:t/>
            </a:r>
            <a:endParaRPr b="0" i="0" sz="4044" u="none" cap="none" strike="noStrike">
              <a:solidFill>
                <a:srgbClr val="8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8691603" y="6797791"/>
            <a:ext cx="15535200" cy="5823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FFFF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Methodology</a:t>
            </a:r>
            <a:endParaRPr sz="1011"/>
          </a:p>
        </p:txBody>
      </p:sp>
      <p:sp>
        <p:nvSpPr>
          <p:cNvPr id="66" name="Google Shape;66;p13"/>
          <p:cNvSpPr/>
          <p:nvPr/>
        </p:nvSpPr>
        <p:spPr>
          <a:xfrm>
            <a:off x="8691603" y="14702970"/>
            <a:ext cx="15535200" cy="5823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FFFF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Results</a:t>
            </a:r>
            <a:endParaRPr sz="1011"/>
          </a:p>
        </p:txBody>
      </p:sp>
      <p:sp>
        <p:nvSpPr>
          <p:cNvPr id="67" name="Google Shape;67;p13"/>
          <p:cNvSpPr txBox="1"/>
          <p:nvPr/>
        </p:nvSpPr>
        <p:spPr>
          <a:xfrm>
            <a:off x="578540" y="5450318"/>
            <a:ext cx="193350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00" spcFirstLastPara="1" rIns="66000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68" name="Google Shape;68;p13"/>
          <p:cNvSpPr/>
          <p:nvPr/>
        </p:nvSpPr>
        <p:spPr>
          <a:xfrm>
            <a:off x="578540" y="4947831"/>
            <a:ext cx="72009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8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Abstract</a:t>
            </a:r>
            <a:endParaRPr sz="1011"/>
          </a:p>
        </p:txBody>
      </p:sp>
      <p:sp>
        <p:nvSpPr>
          <p:cNvPr id="69" name="Google Shape;69;p13"/>
          <p:cNvSpPr/>
          <p:nvPr/>
        </p:nvSpPr>
        <p:spPr>
          <a:xfrm>
            <a:off x="578540" y="14702970"/>
            <a:ext cx="7200900" cy="5823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FFFF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Materials</a:t>
            </a:r>
            <a:endParaRPr sz="1011"/>
          </a:p>
        </p:txBody>
      </p:sp>
      <p:sp>
        <p:nvSpPr>
          <p:cNvPr id="70" name="Google Shape;70;p13"/>
          <p:cNvSpPr/>
          <p:nvPr/>
        </p:nvSpPr>
        <p:spPr>
          <a:xfrm>
            <a:off x="25248068" y="6797791"/>
            <a:ext cx="7200900" cy="5823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FFFF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</a:t>
            </a:r>
            <a:endParaRPr sz="1011"/>
          </a:p>
        </p:txBody>
      </p:sp>
      <p:sp>
        <p:nvSpPr>
          <p:cNvPr id="71" name="Google Shape;71;p13"/>
          <p:cNvSpPr txBox="1"/>
          <p:nvPr/>
        </p:nvSpPr>
        <p:spPr>
          <a:xfrm>
            <a:off x="578540" y="7511921"/>
            <a:ext cx="7392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2" name="Google Shape;72;p13"/>
          <p:cNvSpPr txBox="1"/>
          <p:nvPr/>
        </p:nvSpPr>
        <p:spPr>
          <a:xfrm>
            <a:off x="575993" y="15432506"/>
            <a:ext cx="7392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3" name="Google Shape;73;p13"/>
          <p:cNvSpPr txBox="1"/>
          <p:nvPr/>
        </p:nvSpPr>
        <p:spPr>
          <a:xfrm>
            <a:off x="8609464" y="7507741"/>
            <a:ext cx="88635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4" name="Google Shape;74;p13"/>
          <p:cNvSpPr txBox="1"/>
          <p:nvPr/>
        </p:nvSpPr>
        <p:spPr>
          <a:xfrm>
            <a:off x="8691603" y="15449081"/>
            <a:ext cx="7392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your information, graphs and images to this section.</a:t>
            </a:r>
            <a:endParaRPr sz="1011"/>
          </a:p>
        </p:txBody>
      </p:sp>
      <p:sp>
        <p:nvSpPr>
          <p:cNvPr id="75" name="Google Shape;75;p13"/>
          <p:cNvSpPr txBox="1"/>
          <p:nvPr/>
        </p:nvSpPr>
        <p:spPr>
          <a:xfrm>
            <a:off x="25248068" y="7430963"/>
            <a:ext cx="7392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Add. your information, graphs and images to this section</a:t>
            </a:r>
            <a:endParaRPr sz="1011"/>
          </a:p>
        </p:txBody>
      </p:sp>
      <p:pic>
        <p:nvPicPr>
          <p:cNvPr descr="Bangladesh University of Engineering and Technology - Wikipedia" id="76" name="Google Shape;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264" y="238491"/>
            <a:ext cx="3092598" cy="309259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788297" y="3510848"/>
            <a:ext cx="33861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89" u="none" cap="none" strike="noStrike">
                <a:solidFill>
                  <a:srgbClr val="800000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CSE, BUET</a:t>
            </a:r>
            <a:endParaRPr b="1" i="0" sz="5344" u="none" cap="none" strike="noStrike">
              <a:solidFill>
                <a:srgbClr val="800000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25248068" y="14702970"/>
            <a:ext cx="7200900" cy="5823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9500" lIns="99025" spcFirstLastPara="1" rIns="99025" wrap="square" tIns="52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600" u="none" cap="none" strike="noStrike">
                <a:solidFill>
                  <a:srgbClr val="FFFF99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References</a:t>
            </a:r>
            <a:endParaRPr sz="1011"/>
          </a:p>
        </p:txBody>
      </p:sp>
      <p:sp>
        <p:nvSpPr>
          <p:cNvPr id="79" name="Google Shape;79;p13"/>
          <p:cNvSpPr txBox="1"/>
          <p:nvPr/>
        </p:nvSpPr>
        <p:spPr>
          <a:xfrm>
            <a:off x="25248068" y="15336141"/>
            <a:ext cx="73929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23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Add. your information, graphs and images to this section</a:t>
            </a:r>
            <a:endParaRPr sz="1011"/>
          </a:p>
        </p:txBody>
      </p:sp>
      <p:sp>
        <p:nvSpPr>
          <p:cNvPr id="80" name="Google Shape;80;p13"/>
          <p:cNvSpPr txBox="1"/>
          <p:nvPr/>
        </p:nvSpPr>
        <p:spPr>
          <a:xfrm>
            <a:off x="5633383" y="21282859"/>
            <a:ext cx="2090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00" lIns="66025" spcFirstLastPara="1" rIns="66025" wrap="square" tIns="33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3467" u="none" cap="none" strike="noStrike">
                <a:solidFill>
                  <a:srgbClr val="FFFF99"/>
                </a:solidFill>
                <a:latin typeface="Arial"/>
                <a:ea typeface="Arial"/>
                <a:cs typeface="Arial"/>
                <a:sym typeface="Arial"/>
              </a:rPr>
              <a:t>Accepted/Presented at […………………………………………………………]</a:t>
            </a:r>
            <a:endParaRPr sz="101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