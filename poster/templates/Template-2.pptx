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21945600" cx="32918400"/>
  <p:notesSz cx="6858000" cy="9144000"/>
  <p:embeddedFontLst>
    <p:embeddedFont>
      <p:font typeface="Amaranth"/>
      <p:regular r:id="rId7"/>
      <p:bold r:id="rId8"/>
      <p:italic r:id="rId9"/>
      <p:boldItalic r:id="rId10"/>
    </p:embeddedFont>
    <p:embeddedFont>
      <p:font typeface="Titillium Web"/>
      <p:regular r:id="rId11"/>
      <p:bold r:id="rId12"/>
      <p:italic r:id="rId13"/>
      <p:boldItalic r:id="rId14"/>
    </p:embeddedFont>
    <p:embeddedFont>
      <p:font typeface="Lustria"/>
      <p:regular r:id="rId15"/>
    </p:embeddedFont>
    <p:embeddedFont>
      <p:font typeface="Dosis SemiBo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2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2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TitilliumWeb-regular.fntdata"/><Relationship Id="rId10" Type="http://schemas.openxmlformats.org/officeDocument/2006/relationships/font" Target="fonts/Amaranth-boldItalic.fntdata"/><Relationship Id="rId13" Type="http://schemas.openxmlformats.org/officeDocument/2006/relationships/font" Target="fonts/TitilliumWeb-italic.fntdata"/><Relationship Id="rId12" Type="http://schemas.openxmlformats.org/officeDocument/2006/relationships/font" Target="fonts/TitilliumWe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maranth-italic.fntdata"/><Relationship Id="rId15" Type="http://schemas.openxmlformats.org/officeDocument/2006/relationships/font" Target="fonts/Lustria-regular.fntdata"/><Relationship Id="rId14" Type="http://schemas.openxmlformats.org/officeDocument/2006/relationships/font" Target="fonts/TitilliumWeb-boldItalic.fntdata"/><Relationship Id="rId17" Type="http://schemas.openxmlformats.org/officeDocument/2006/relationships/font" Target="fonts/DosisSemiBold-bold.fntdata"/><Relationship Id="rId16" Type="http://schemas.openxmlformats.org/officeDocument/2006/relationships/font" Target="fonts/Dosi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Amaranth-regular.fntdata"/><Relationship Id="rId8" Type="http://schemas.openxmlformats.org/officeDocument/2006/relationships/font" Target="fonts/Amaranth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22150" y="3176853"/>
            <a:ext cx="30674100" cy="87579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1pPr>
            <a:lvl2pPr lvl="1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2pPr>
            <a:lvl3pPr lvl="2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3pPr>
            <a:lvl4pPr lvl="3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4pPr>
            <a:lvl5pPr lvl="4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5pPr>
            <a:lvl6pPr lvl="5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6pPr>
            <a:lvl7pPr lvl="6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7pPr>
            <a:lvl8pPr lvl="7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8pPr>
            <a:lvl9pPr lvl="8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22120" y="12092267"/>
            <a:ext cx="30674100" cy="33819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22120" y="9176960"/>
            <a:ext cx="30674100" cy="35916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1pPr>
            <a:lvl2pPr lvl="1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2pPr>
            <a:lvl3pPr lvl="2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3pPr>
            <a:lvl4pPr lvl="3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4pPr>
            <a:lvl5pPr lvl="4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5pPr>
            <a:lvl6pPr lvl="5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6pPr>
            <a:lvl7pPr lvl="6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7pPr>
            <a:lvl8pPr lvl="7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8pPr>
            <a:lvl9pPr lvl="8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2212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39664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22120" y="2370560"/>
            <a:ext cx="10108800" cy="32244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1pPr>
            <a:lvl2pPr lvl="1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2pPr>
            <a:lvl3pPr lvl="2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3pPr>
            <a:lvl4pPr lvl="3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4pPr>
            <a:lvl5pPr lvl="4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5pPr>
            <a:lvl6pPr lvl="5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6pPr>
            <a:lvl7pPr lvl="6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7pPr>
            <a:lvl8pPr lvl="7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8pPr>
            <a:lvl9pPr lvl="8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22120" y="5928960"/>
            <a:ext cx="10108800" cy="135654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19854" lvl="0" marL="4572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64900" y="1920640"/>
            <a:ext cx="22924200" cy="174540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1pPr>
            <a:lvl2pPr lvl="1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2pPr>
            <a:lvl3pPr lvl="2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3pPr>
            <a:lvl4pPr lvl="3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4pPr>
            <a:lvl5pPr lvl="4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5pPr>
            <a:lvl6pPr lvl="5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6pPr>
            <a:lvl7pPr lvl="6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7pPr>
            <a:lvl8pPr lvl="7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8pPr>
            <a:lvl9pPr lvl="8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459200" y="-533"/>
            <a:ext cx="16459200" cy="219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55800" y="5261547"/>
            <a:ext cx="14562600" cy="63246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1pPr>
            <a:lvl2pPr lvl="1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2pPr>
            <a:lvl3pPr lvl="2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3pPr>
            <a:lvl4pPr lvl="3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4pPr>
            <a:lvl5pPr lvl="4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5pPr>
            <a:lvl6pPr lvl="5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6pPr>
            <a:lvl7pPr lvl="6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7pPr>
            <a:lvl8pPr lvl="7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8pPr>
            <a:lvl9pPr lvl="8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55800" y="11959787"/>
            <a:ext cx="14562600" cy="52698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7782200" y="3089387"/>
            <a:ext cx="13813200" cy="157659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22120" y="18050453"/>
            <a:ext cx="21595800" cy="25818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22120" y="4719467"/>
            <a:ext cx="30674100" cy="83775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1pPr>
            <a:lvl2pPr lvl="1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2pPr>
            <a:lvl3pPr lvl="2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3pPr>
            <a:lvl4pPr lvl="3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4pPr>
            <a:lvl5pPr lvl="4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5pPr>
            <a:lvl6pPr lvl="5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6pPr>
            <a:lvl7pPr lvl="6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7pPr>
            <a:lvl8pPr lvl="7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8pPr>
            <a:lvl9pPr lvl="8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22120" y="13449493"/>
            <a:ext cx="30674100" cy="55500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 algn="ctr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80"/>
              <a:buChar char="●"/>
              <a:defRPr sz="6880">
                <a:solidFill>
                  <a:schemeClr val="dk2"/>
                </a:solidFill>
              </a:defRPr>
            </a:lvl1pPr>
            <a:lvl2pPr indent="-56839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2pPr>
            <a:lvl3pPr indent="-56839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3pPr>
            <a:lvl4pPr indent="-56839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4pPr>
            <a:lvl5pPr indent="-568396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5pPr>
            <a:lvl6pPr indent="-568396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6pPr>
            <a:lvl7pPr indent="-568396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7pPr>
            <a:lvl8pPr indent="-56839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8pPr>
            <a:lvl9pPr indent="-56839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r">
              <a:buNone/>
              <a:defRPr sz="3822">
                <a:solidFill>
                  <a:schemeClr val="dk2"/>
                </a:solidFill>
              </a:defRPr>
            </a:lvl1pPr>
            <a:lvl2pPr lvl="1" algn="r">
              <a:buNone/>
              <a:defRPr sz="3822">
                <a:solidFill>
                  <a:schemeClr val="dk2"/>
                </a:solidFill>
              </a:defRPr>
            </a:lvl2pPr>
            <a:lvl3pPr lvl="2" algn="r">
              <a:buNone/>
              <a:defRPr sz="3822">
                <a:solidFill>
                  <a:schemeClr val="dk2"/>
                </a:solidFill>
              </a:defRPr>
            </a:lvl3pPr>
            <a:lvl4pPr lvl="3" algn="r">
              <a:buNone/>
              <a:defRPr sz="3822">
                <a:solidFill>
                  <a:schemeClr val="dk2"/>
                </a:solidFill>
              </a:defRPr>
            </a:lvl4pPr>
            <a:lvl5pPr lvl="4" algn="r">
              <a:buNone/>
              <a:defRPr sz="3822">
                <a:solidFill>
                  <a:schemeClr val="dk2"/>
                </a:solidFill>
              </a:defRPr>
            </a:lvl5pPr>
            <a:lvl6pPr lvl="5" algn="r">
              <a:buNone/>
              <a:defRPr sz="3822">
                <a:solidFill>
                  <a:schemeClr val="dk2"/>
                </a:solidFill>
              </a:defRPr>
            </a:lvl6pPr>
            <a:lvl7pPr lvl="6" algn="r">
              <a:buNone/>
              <a:defRPr sz="3822">
                <a:solidFill>
                  <a:schemeClr val="dk2"/>
                </a:solidFill>
              </a:defRPr>
            </a:lvl7pPr>
            <a:lvl8pPr lvl="7" algn="r">
              <a:buNone/>
              <a:defRPr sz="3822">
                <a:solidFill>
                  <a:schemeClr val="dk2"/>
                </a:solidFill>
              </a:defRPr>
            </a:lvl8pPr>
            <a:lvl9pPr lvl="8" algn="r">
              <a:buNone/>
              <a:defRPr sz="3822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1850" y="335000"/>
            <a:ext cx="32920200" cy="4171500"/>
          </a:xfrm>
          <a:prstGeom prst="rect">
            <a:avLst/>
          </a:prstGeom>
          <a:solidFill>
            <a:srgbClr val="028260"/>
          </a:solidFill>
          <a:ln>
            <a:noFill/>
          </a:ln>
        </p:spPr>
        <p:txBody>
          <a:bodyPr anchorCtr="0" anchor="ctr" bIns="135850" lIns="271700" spcFirstLastPara="1" rIns="271700" wrap="square" tIns="135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346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199488" y="906060"/>
            <a:ext cx="24231600" cy="18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140" u="none" cap="none" strike="noStrike">
                <a:solidFill>
                  <a:srgbClr val="FFFFFF"/>
                </a:solidFill>
                <a:latin typeface="Amaranth"/>
                <a:ea typeface="Amaranth"/>
                <a:cs typeface="Amaranth"/>
                <a:sym typeface="Amaranth"/>
              </a:rPr>
              <a:t>Title Will Go Here: Title Will Go Here, Title Will Go Here, Title Will Go Here</a:t>
            </a:r>
            <a:endParaRPr sz="1011"/>
          </a:p>
        </p:txBody>
      </p:sp>
      <p:sp>
        <p:nvSpPr>
          <p:cNvPr id="56" name="Google Shape;56;p13"/>
          <p:cNvSpPr txBox="1"/>
          <p:nvPr/>
        </p:nvSpPr>
        <p:spPr>
          <a:xfrm>
            <a:off x="2286000" y="2912857"/>
            <a:ext cx="308610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045" u="none" cap="none" strike="noStrik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Add Author Names and Information</a:t>
            </a:r>
            <a:endParaRPr sz="1011"/>
          </a:p>
        </p:txBody>
      </p:sp>
      <p:sp>
        <p:nvSpPr>
          <p:cNvPr id="57" name="Google Shape;57;p13"/>
          <p:cNvSpPr/>
          <p:nvPr/>
        </p:nvSpPr>
        <p:spPr>
          <a:xfrm>
            <a:off x="503935" y="5008920"/>
            <a:ext cx="7543800" cy="649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9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8624950" y="5008920"/>
            <a:ext cx="7543800" cy="1646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9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6745965" y="5008920"/>
            <a:ext cx="7543800" cy="1646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24866981" y="5011347"/>
            <a:ext cx="7543800" cy="1175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9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503935" y="12299965"/>
            <a:ext cx="7543800" cy="9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9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4868822" y="17291330"/>
            <a:ext cx="7543800" cy="41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9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5038431" y="18093143"/>
            <a:ext cx="7200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00" spcFirstLastPara="1" rIns="66000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64" name="Google Shape;64;p13"/>
          <p:cNvSpPr/>
          <p:nvPr/>
        </p:nvSpPr>
        <p:spPr>
          <a:xfrm>
            <a:off x="503935" y="5011348"/>
            <a:ext cx="7543800" cy="571200"/>
          </a:xfrm>
          <a:prstGeom prst="rect">
            <a:avLst/>
          </a:prstGeom>
          <a:solidFill>
            <a:srgbClr val="03AD80"/>
          </a:solidFill>
          <a:ln>
            <a:noFill/>
          </a:ln>
        </p:spPr>
        <p:txBody>
          <a:bodyPr anchorCtr="0" anchor="ctr" bIns="49500" lIns="198100" spcFirstLastPara="1" rIns="1981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467" u="none" cap="none" strike="noStrike">
                <a:solidFill>
                  <a:srgbClr val="FFFFFF"/>
                </a:solidFill>
                <a:latin typeface="Amaranth"/>
                <a:ea typeface="Amaranth"/>
                <a:cs typeface="Amaranth"/>
                <a:sym typeface="Amaranth"/>
              </a:rPr>
              <a:t>Abstract</a:t>
            </a:r>
            <a:endParaRPr sz="1011"/>
          </a:p>
        </p:txBody>
      </p:sp>
      <p:sp>
        <p:nvSpPr>
          <p:cNvPr id="65" name="Google Shape;65;p13"/>
          <p:cNvSpPr/>
          <p:nvPr/>
        </p:nvSpPr>
        <p:spPr>
          <a:xfrm>
            <a:off x="503935" y="12010934"/>
            <a:ext cx="7543800" cy="571200"/>
          </a:xfrm>
          <a:prstGeom prst="rect">
            <a:avLst/>
          </a:prstGeom>
          <a:solidFill>
            <a:srgbClr val="03AD80"/>
          </a:solidFill>
          <a:ln>
            <a:noFill/>
          </a:ln>
        </p:spPr>
        <p:txBody>
          <a:bodyPr anchorCtr="0" anchor="ctr" bIns="49500" lIns="198100" spcFirstLastPara="1" rIns="1981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467" u="none" cap="none" strike="noStrike">
                <a:solidFill>
                  <a:srgbClr val="FFFFFF"/>
                </a:solidFill>
                <a:latin typeface="Amaranth"/>
                <a:ea typeface="Amaranth"/>
                <a:cs typeface="Amaranth"/>
                <a:sym typeface="Amaranth"/>
              </a:rPr>
              <a:t>Introduction</a:t>
            </a:r>
            <a:endParaRPr sz="1011"/>
          </a:p>
        </p:txBody>
      </p:sp>
      <p:sp>
        <p:nvSpPr>
          <p:cNvPr id="66" name="Google Shape;66;p13"/>
          <p:cNvSpPr/>
          <p:nvPr/>
        </p:nvSpPr>
        <p:spPr>
          <a:xfrm>
            <a:off x="8624950" y="5011348"/>
            <a:ext cx="7543800" cy="571200"/>
          </a:xfrm>
          <a:prstGeom prst="rect">
            <a:avLst/>
          </a:prstGeom>
          <a:solidFill>
            <a:srgbClr val="03AD80"/>
          </a:solidFill>
          <a:ln>
            <a:noFill/>
          </a:ln>
        </p:spPr>
        <p:txBody>
          <a:bodyPr anchorCtr="0" anchor="ctr" bIns="49500" lIns="198100" spcFirstLastPara="1" rIns="1981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467" u="none" cap="none" strike="noStrike">
                <a:solidFill>
                  <a:srgbClr val="FFFFFF"/>
                </a:solidFill>
                <a:latin typeface="Amaranth"/>
                <a:ea typeface="Amaranth"/>
                <a:cs typeface="Amaranth"/>
                <a:sym typeface="Amaranth"/>
              </a:rPr>
              <a:t>Methodology</a:t>
            </a:r>
            <a:endParaRPr sz="1011"/>
          </a:p>
        </p:txBody>
      </p:sp>
      <p:sp>
        <p:nvSpPr>
          <p:cNvPr id="67" name="Google Shape;67;p13"/>
          <p:cNvSpPr/>
          <p:nvPr/>
        </p:nvSpPr>
        <p:spPr>
          <a:xfrm>
            <a:off x="16745965" y="5011348"/>
            <a:ext cx="7543800" cy="571200"/>
          </a:xfrm>
          <a:prstGeom prst="rect">
            <a:avLst/>
          </a:prstGeom>
          <a:solidFill>
            <a:srgbClr val="03AD80"/>
          </a:solidFill>
          <a:ln>
            <a:noFill/>
          </a:ln>
        </p:spPr>
        <p:txBody>
          <a:bodyPr anchorCtr="0" anchor="ctr" bIns="49500" lIns="198100" spcFirstLastPara="1" rIns="1981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467" u="none" cap="none" strike="noStrike">
                <a:solidFill>
                  <a:srgbClr val="FFFFFF"/>
                </a:solidFill>
                <a:latin typeface="Amaranth"/>
                <a:ea typeface="Amaranth"/>
                <a:cs typeface="Amaranth"/>
                <a:sym typeface="Amaranth"/>
              </a:rPr>
              <a:t>Results</a:t>
            </a:r>
            <a:endParaRPr sz="1011"/>
          </a:p>
        </p:txBody>
      </p:sp>
      <p:sp>
        <p:nvSpPr>
          <p:cNvPr id="68" name="Google Shape;68;p13"/>
          <p:cNvSpPr/>
          <p:nvPr/>
        </p:nvSpPr>
        <p:spPr>
          <a:xfrm>
            <a:off x="24866981" y="5008919"/>
            <a:ext cx="7543800" cy="571200"/>
          </a:xfrm>
          <a:prstGeom prst="rect">
            <a:avLst/>
          </a:prstGeom>
          <a:solidFill>
            <a:srgbClr val="03AD80"/>
          </a:solidFill>
          <a:ln>
            <a:noFill/>
          </a:ln>
        </p:spPr>
        <p:txBody>
          <a:bodyPr anchorCtr="0" anchor="ctr" bIns="49500" lIns="198100" spcFirstLastPara="1" rIns="1981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467" u="none" cap="none" strike="noStrike">
                <a:solidFill>
                  <a:srgbClr val="FFFFFF"/>
                </a:solidFill>
                <a:latin typeface="Amaranth"/>
                <a:ea typeface="Amaranth"/>
                <a:cs typeface="Amaranth"/>
                <a:sym typeface="Amaranth"/>
              </a:rPr>
              <a:t>Conclusion</a:t>
            </a:r>
            <a:endParaRPr sz="1011"/>
          </a:p>
        </p:txBody>
      </p:sp>
      <p:sp>
        <p:nvSpPr>
          <p:cNvPr id="69" name="Google Shape;69;p13"/>
          <p:cNvSpPr/>
          <p:nvPr/>
        </p:nvSpPr>
        <p:spPr>
          <a:xfrm>
            <a:off x="24868822" y="17291328"/>
            <a:ext cx="7543800" cy="571200"/>
          </a:xfrm>
          <a:prstGeom prst="rect">
            <a:avLst/>
          </a:prstGeom>
          <a:solidFill>
            <a:srgbClr val="03AD80"/>
          </a:solidFill>
          <a:ln>
            <a:noFill/>
          </a:ln>
        </p:spPr>
        <p:txBody>
          <a:bodyPr anchorCtr="0" anchor="ctr" bIns="49500" lIns="198100" spcFirstLastPara="1" rIns="1981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467" u="none" cap="none" strike="noStrike">
                <a:solidFill>
                  <a:srgbClr val="FFFFFF"/>
                </a:solidFill>
                <a:latin typeface="Amaranth"/>
                <a:ea typeface="Amaranth"/>
                <a:cs typeface="Amaranth"/>
                <a:sym typeface="Amaranth"/>
              </a:rPr>
              <a:t>Acknowledgements</a:t>
            </a:r>
            <a:endParaRPr sz="1011"/>
          </a:p>
        </p:txBody>
      </p:sp>
      <p:sp>
        <p:nvSpPr>
          <p:cNvPr id="70" name="Google Shape;70;p13"/>
          <p:cNvSpPr txBox="1"/>
          <p:nvPr/>
        </p:nvSpPr>
        <p:spPr>
          <a:xfrm>
            <a:off x="675385" y="5813161"/>
            <a:ext cx="72009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1" name="Google Shape;71;p13"/>
          <p:cNvSpPr txBox="1"/>
          <p:nvPr/>
        </p:nvSpPr>
        <p:spPr>
          <a:xfrm>
            <a:off x="675385" y="12842675"/>
            <a:ext cx="72009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2" name="Google Shape;72;p13"/>
          <p:cNvSpPr txBox="1"/>
          <p:nvPr/>
        </p:nvSpPr>
        <p:spPr>
          <a:xfrm>
            <a:off x="8796401" y="5809382"/>
            <a:ext cx="72009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3" name="Google Shape;73;p13"/>
          <p:cNvSpPr txBox="1"/>
          <p:nvPr/>
        </p:nvSpPr>
        <p:spPr>
          <a:xfrm>
            <a:off x="16917416" y="5770021"/>
            <a:ext cx="72009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4" name="Google Shape;74;p13"/>
          <p:cNvSpPr txBox="1"/>
          <p:nvPr/>
        </p:nvSpPr>
        <p:spPr>
          <a:xfrm>
            <a:off x="25038431" y="5771174"/>
            <a:ext cx="7200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pic>
        <p:nvPicPr>
          <p:cNvPr descr="Bangladesh University of Engineering and Technology - Wikipedia"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275" y="515347"/>
            <a:ext cx="3274311" cy="327431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1206007" y="3882854"/>
            <a:ext cx="33861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90" u="none" cap="none" strike="noStrike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CSE, BUET</a:t>
            </a:r>
            <a:endParaRPr b="0" i="0" sz="1930" u="none" cap="none" strike="noStrike">
              <a:solidFill>
                <a:srgbClr val="000000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5995589" y="21427201"/>
            <a:ext cx="2090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178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Accepted/Presented at […………………………………………………………]</a:t>
            </a:r>
            <a:endParaRPr sz="101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