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945600" cx="32918400"/>
  <p:notesSz cx="7004050" cy="9283700"/>
  <p:embeddedFontLst>
    <p:embeddedFont>
      <p:font typeface="Palatino Linotype"/>
      <p:regular r:id="rId7"/>
      <p:bold r:id="rId8"/>
      <p:italic r:id="rId9"/>
      <p:boldItalic r:id="rId10"/>
    </p:embeddedFont>
    <p:embeddedFont>
      <p:font typeface="Century Gothic"/>
      <p:regular r:id="rId11"/>
      <p:bold r:id="rId12"/>
      <p:italic r:id="rId13"/>
      <p:boldItalic r:id="rId14"/>
    </p:embeddedFont>
    <p:embeddedFont>
      <p:font typeface="Dosis SemiBo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A4A3A4"/>
          </p15:clr>
        </p15:guide>
        <p15:guide id="2" pos="10369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Wzj7lXkUW8tlAKsaBrVu034Ql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regular.fntdata"/><Relationship Id="rId10" Type="http://schemas.openxmlformats.org/officeDocument/2006/relationships/font" Target="fonts/PalatinoLinotype-boldItalic.fntdata"/><Relationship Id="rId13" Type="http://schemas.openxmlformats.org/officeDocument/2006/relationships/font" Target="fonts/CenturyGothic-italic.fntdata"/><Relationship Id="rId12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alatinoLinotype-italic.fntdata"/><Relationship Id="rId15" Type="http://schemas.openxmlformats.org/officeDocument/2006/relationships/font" Target="fonts/DosisSemiBold-regular.fntdata"/><Relationship Id="rId14" Type="http://schemas.openxmlformats.org/officeDocument/2006/relationships/font" Target="fonts/CenturyGothic-boldItalic.fntdata"/><Relationship Id="rId17" Type="http://customschemas.google.com/relationships/presentationmetadata" Target="metadata"/><Relationship Id="rId16" Type="http://schemas.openxmlformats.org/officeDocument/2006/relationships/font" Target="fonts/Dosi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alatinoLinotype-regular.fntdata"/><Relationship Id="rId8" Type="http://schemas.openxmlformats.org/officeDocument/2006/relationships/font" Target="fonts/PalatinoLinotyp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7574" y="696275"/>
            <a:ext cx="46695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0400" y="4409750"/>
            <a:ext cx="5603225" cy="4177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700400" y="4409750"/>
            <a:ext cx="5603225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67574" y="696275"/>
            <a:ext cx="46695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468881" y="1950723"/>
            <a:ext cx="27980700" cy="1365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5412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937762" y="15849600"/>
            <a:ext cx="230430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rmAutofit/>
          </a:bodyPr>
          <a:lstStyle>
            <a:lvl1pPr lvl="0" algn="ctr">
              <a:spcBef>
                <a:spcPts val="923"/>
              </a:spcBef>
              <a:spcAft>
                <a:spcPts val="0"/>
              </a:spcAft>
              <a:buClr>
                <a:srgbClr val="888888"/>
              </a:buClr>
              <a:buSzPts val="4613"/>
              <a:buNone/>
              <a:defRPr sz="4612">
                <a:solidFill>
                  <a:srgbClr val="888888"/>
                </a:solidFill>
              </a:defRPr>
            </a:lvl1pPr>
            <a:lvl2pPr lvl="1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2pPr>
            <a:lvl3pPr lvl="2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3pPr>
            <a:lvl4pPr lvl="3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4pPr>
            <a:lvl5pPr lvl="4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5pPr>
            <a:lvl6pPr lvl="5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6pPr>
            <a:lvl7pPr lvl="6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7pPr>
            <a:lvl8pPr lvl="7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8pPr>
            <a:lvl9pPr lvl="8" algn="ctr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1645446" y="1"/>
            <a:ext cx="296274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611555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645446" y="5120217"/>
            <a:ext cx="29627400" cy="14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344731" lvl="0" marL="457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4612"/>
            </a:lvl1pPr>
            <a:lvl2pPr indent="-344731" lvl="1" marL="914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2pPr>
            <a:lvl3pPr indent="-344731" lvl="2" marL="1371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3pPr>
            <a:lvl4pPr indent="-344731" lvl="3" marL="1828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4pPr>
            <a:lvl5pPr indent="-425055" lvl="4" marL="22860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•"/>
              <a:defRPr sz="3093"/>
            </a:lvl5pPr>
            <a:lvl6pPr indent="-425055" lvl="5" marL="27432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o"/>
              <a:defRPr sz="3093"/>
            </a:lvl6pPr>
            <a:lvl7pPr indent="-425055" lvl="6" marL="32004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•"/>
              <a:defRPr sz="3093"/>
            </a:lvl7pPr>
            <a:lvl8pPr indent="-425055" lvl="7" marL="36576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o"/>
              <a:defRPr sz="3093"/>
            </a:lvl8pPr>
            <a:lvl9pPr indent="-425055" lvl="8" marL="4114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Arial"/>
              <a:buChar char="•"/>
              <a:defRPr sz="3093"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6185364" y="12558183"/>
            <a:ext cx="304800" cy="2709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88175" lIns="176325" spcFirstLastPara="1" rIns="176325" wrap="square" tIns="88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6904502" y="12558183"/>
            <a:ext cx="304800" cy="2709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88175" lIns="176325" spcFirstLastPara="1" rIns="176325" wrap="square" tIns="88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5468607" y="12558183"/>
            <a:ext cx="304800" cy="2709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88175" lIns="176325" spcFirstLastPara="1" rIns="176325" wrap="square" tIns="88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2600327" y="4389122"/>
            <a:ext cx="27980700" cy="80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281"/>
              <a:buFont typeface="Palatino Linotype"/>
              <a:buNone/>
              <a:defRPr sz="9281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600327" y="13020044"/>
            <a:ext cx="279807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228600" lvl="0" marL="457200" algn="ctr">
              <a:spcBef>
                <a:spcPts val="776"/>
              </a:spcBef>
              <a:spcAft>
                <a:spcPts val="0"/>
              </a:spcAft>
              <a:buClr>
                <a:srgbClr val="888888"/>
              </a:buClr>
              <a:buSzPts val="3881"/>
              <a:buNone/>
              <a:defRPr sz="3881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97"/>
              </a:spcBef>
              <a:spcAft>
                <a:spcPts val="0"/>
              </a:spcAft>
              <a:buClr>
                <a:srgbClr val="888888"/>
              </a:buClr>
              <a:buSzPts val="3487"/>
              <a:buNone/>
              <a:defRPr sz="3486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19"/>
              </a:spcBef>
              <a:spcAft>
                <a:spcPts val="0"/>
              </a:spcAft>
              <a:buClr>
                <a:srgbClr val="888888"/>
              </a:buClr>
              <a:buSzPts val="3094"/>
              <a:buNone/>
              <a:defRPr sz="309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699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699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699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699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699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69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1645446" y="1"/>
            <a:ext cx="296274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611555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16733527" y="5120642"/>
            <a:ext cx="14538900" cy="1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521508" lvl="0" marL="457200" algn="l">
              <a:spcBef>
                <a:spcPts val="923"/>
              </a:spcBef>
              <a:spcAft>
                <a:spcPts val="0"/>
              </a:spcAft>
              <a:buClr>
                <a:srgbClr val="7F7F7F"/>
              </a:buClr>
              <a:buSzPts val="4613"/>
              <a:buChar char="•"/>
              <a:defRPr sz="4612"/>
            </a:lvl1pPr>
            <a:lvl2pPr indent="-425055" lvl="1" marL="9144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o"/>
              <a:defRPr sz="3093"/>
            </a:lvl2pPr>
            <a:lvl3pPr indent="-425055" lvl="2" marL="13716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•"/>
              <a:defRPr sz="3093"/>
            </a:lvl3pPr>
            <a:lvl4pPr indent="-425055" lvl="3" marL="1828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o"/>
              <a:defRPr sz="3093"/>
            </a:lvl4pPr>
            <a:lvl5pPr indent="-425055" lvl="4" marL="22860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•"/>
              <a:defRPr sz="3093"/>
            </a:lvl5pPr>
            <a:lvl6pPr indent="-425055" lvl="5" marL="27432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o"/>
              <a:defRPr sz="3093"/>
            </a:lvl6pPr>
            <a:lvl7pPr indent="-425055" lvl="6" marL="32004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•"/>
              <a:defRPr sz="3093"/>
            </a:lvl7pPr>
            <a:lvl8pPr indent="-425055" lvl="7" marL="36576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o"/>
              <a:defRPr sz="3093"/>
            </a:lvl8pPr>
            <a:lvl9pPr indent="-425055" lvl="8" marL="4114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Char char="•"/>
              <a:defRPr sz="3093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1316737" y="5120640"/>
            <a:ext cx="14550000" cy="144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344731" lvl="0" marL="457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4612"/>
            </a:lvl1pPr>
            <a:lvl2pPr indent="-344731" lvl="1" marL="914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2pPr>
            <a:lvl3pPr indent="-344731" lvl="2" marL="1371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3pPr>
            <a:lvl4pPr indent="-344731" lvl="3" marL="1828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4pPr>
            <a:lvl5pPr indent="-344731" lvl="4" marL="22860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5pPr>
            <a:lvl6pPr indent="-344731" lvl="5" marL="2743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6pPr>
            <a:lvl7pPr indent="-344731" lvl="6" marL="3200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7pPr>
            <a:lvl8pPr indent="-344731" lvl="7" marL="3657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8pPr>
            <a:lvl9pPr indent="-344731" lvl="8" marL="4114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1645446" y="1"/>
            <a:ext cx="296274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107479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1645921" y="5120640"/>
            <a:ext cx="14544600" cy="195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indent="-228600" lvl="0" marL="457200" algn="ctr">
              <a:spcBef>
                <a:spcPts val="923"/>
              </a:spcBef>
              <a:spcAft>
                <a:spcPts val="0"/>
              </a:spcAft>
              <a:buClr>
                <a:srgbClr val="7F7F7F"/>
              </a:buClr>
              <a:buSzPts val="4613"/>
              <a:buNone/>
              <a:defRPr b="0" sz="4612"/>
            </a:lvl1pPr>
            <a:lvl2pPr indent="-228600" lvl="1" marL="9144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None/>
              <a:defRPr b="1" sz="3881"/>
            </a:lvl2pPr>
            <a:lvl3pPr indent="-228600" lvl="2" marL="1371600" algn="l">
              <a:spcBef>
                <a:spcPts val="697"/>
              </a:spcBef>
              <a:spcAft>
                <a:spcPts val="0"/>
              </a:spcAft>
              <a:buClr>
                <a:srgbClr val="7F7F7F"/>
              </a:buClr>
              <a:buSzPts val="3487"/>
              <a:buNone/>
              <a:defRPr b="1" sz="3486"/>
            </a:lvl3pPr>
            <a:lvl4pPr indent="-228600" lvl="3" marL="1828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4pPr>
            <a:lvl5pPr indent="-228600" lvl="4" marL="22860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5pPr>
            <a:lvl6pPr indent="-228600" lvl="5" marL="27432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6pPr>
            <a:lvl7pPr indent="-228600" lvl="6" marL="32004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7pPr>
            <a:lvl8pPr indent="-228600" lvl="7" marL="36576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8pPr>
            <a:lvl9pPr indent="-228600" lvl="8" marL="4114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16733528" y="5120640"/>
            <a:ext cx="14550300" cy="195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indent="-228600" lvl="0" marL="457200" algn="ctr">
              <a:spcBef>
                <a:spcPts val="923"/>
              </a:spcBef>
              <a:spcAft>
                <a:spcPts val="0"/>
              </a:spcAft>
              <a:buClr>
                <a:srgbClr val="7F7F7F"/>
              </a:buClr>
              <a:buSzPts val="4613"/>
              <a:buNone/>
              <a:defRPr b="0" sz="4612"/>
            </a:lvl1pPr>
            <a:lvl2pPr indent="-228600" lvl="1" marL="9144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None/>
              <a:defRPr b="1" sz="3881"/>
            </a:lvl2pPr>
            <a:lvl3pPr indent="-228600" lvl="2" marL="1371600" algn="l">
              <a:spcBef>
                <a:spcPts val="697"/>
              </a:spcBef>
              <a:spcAft>
                <a:spcPts val="0"/>
              </a:spcAft>
              <a:buClr>
                <a:srgbClr val="7F7F7F"/>
              </a:buClr>
              <a:buSzPts val="3487"/>
              <a:buNone/>
              <a:defRPr b="1" sz="3486"/>
            </a:lvl3pPr>
            <a:lvl4pPr indent="-228600" lvl="3" marL="1828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4pPr>
            <a:lvl5pPr indent="-228600" lvl="4" marL="22860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5pPr>
            <a:lvl6pPr indent="-228600" lvl="5" marL="27432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6pPr>
            <a:lvl7pPr indent="-228600" lvl="6" marL="32004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7pPr>
            <a:lvl8pPr indent="-228600" lvl="7" marL="36576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8pPr>
            <a:lvl9pPr indent="-228600" lvl="8" marL="411480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b="1" sz="3093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1645921" y="7081114"/>
            <a:ext cx="14550000" cy="12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344731" lvl="0" marL="457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4612"/>
            </a:lvl1pPr>
            <a:lvl2pPr indent="-344731" lvl="1" marL="914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2pPr>
            <a:lvl3pPr indent="-344731" lvl="2" marL="1371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3pPr>
            <a:lvl4pPr indent="-344731" lvl="3" marL="1828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4pPr>
            <a:lvl5pPr indent="-344731" lvl="4" marL="22860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5pPr>
            <a:lvl6pPr indent="-344731" lvl="5" marL="2743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6pPr>
            <a:lvl7pPr indent="-344731" lvl="6" marL="3200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7pPr>
            <a:lvl8pPr indent="-344731" lvl="7" marL="3657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8pPr>
            <a:lvl9pPr indent="-344731" lvl="8" marL="4114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16821311" y="7081115"/>
            <a:ext cx="14550000" cy="12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344731" lvl="0" marL="457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4612"/>
            </a:lvl1pPr>
            <a:lvl2pPr indent="-344731" lvl="1" marL="914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2pPr>
            <a:lvl3pPr indent="-344731" lvl="2" marL="1371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3pPr>
            <a:lvl4pPr indent="-344731" lvl="3" marL="1828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4pPr>
            <a:lvl5pPr indent="-344731" lvl="4" marL="22860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5pPr>
            <a:lvl6pPr indent="-344731" lvl="5" marL="2743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6pPr>
            <a:lvl7pPr indent="-344731" lvl="6" marL="3200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7pPr>
            <a:lvl8pPr indent="-344731" lvl="7" marL="3657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8pPr>
            <a:lvl9pPr indent="-344731" lvl="8" marL="4114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1645446" y="1"/>
            <a:ext cx="296274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611555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21265525" y="853439"/>
            <a:ext cx="108300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b="0"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2588897" y="873762"/>
            <a:ext cx="17985000" cy="18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621511" lvl="0" marL="457200" algn="l">
              <a:spcBef>
                <a:spcPts val="1238"/>
              </a:spcBef>
              <a:spcAft>
                <a:spcPts val="0"/>
              </a:spcAft>
              <a:buClr>
                <a:srgbClr val="7F7F7F"/>
              </a:buClr>
              <a:buSzPts val="6188"/>
              <a:buChar char="•"/>
              <a:defRPr sz="6187"/>
            </a:lvl1pPr>
            <a:lvl2pPr indent="-571510" lvl="1" marL="914400" algn="l">
              <a:spcBef>
                <a:spcPts val="1080"/>
              </a:spcBef>
              <a:spcAft>
                <a:spcPts val="0"/>
              </a:spcAft>
              <a:buClr>
                <a:srgbClr val="7F7F7F"/>
              </a:buClr>
              <a:buSzPts val="5400"/>
              <a:buChar char="o"/>
              <a:defRPr sz="5400"/>
            </a:lvl2pPr>
            <a:lvl3pPr indent="-521508" lvl="2" marL="1371600" algn="l">
              <a:spcBef>
                <a:spcPts val="923"/>
              </a:spcBef>
              <a:spcAft>
                <a:spcPts val="0"/>
              </a:spcAft>
              <a:buClr>
                <a:srgbClr val="7F7F7F"/>
              </a:buClr>
              <a:buSzPts val="4613"/>
              <a:buChar char="•"/>
              <a:defRPr sz="4612"/>
            </a:lvl3pPr>
            <a:lvl4pPr indent="-475056" lvl="3" marL="18288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Char char="o"/>
              <a:defRPr sz="3881"/>
            </a:lvl4pPr>
            <a:lvl5pPr indent="-475056" lvl="4" marL="22860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Char char="•"/>
              <a:defRPr sz="3881"/>
            </a:lvl5pPr>
            <a:lvl6pPr indent="-475056" lvl="5" marL="27432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Char char="o"/>
              <a:defRPr sz="3881"/>
            </a:lvl6pPr>
            <a:lvl7pPr indent="-475056" lvl="6" marL="32004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Char char="•"/>
              <a:defRPr sz="3881"/>
            </a:lvl7pPr>
            <a:lvl8pPr indent="-475056" lvl="7" marL="36576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Char char="o"/>
              <a:defRPr sz="3881"/>
            </a:lvl8pPr>
            <a:lvl9pPr indent="-475056" lvl="8" marL="4114800" algn="l">
              <a:spcBef>
                <a:spcPts val="776"/>
              </a:spcBef>
              <a:spcAft>
                <a:spcPts val="0"/>
              </a:spcAft>
              <a:buClr>
                <a:srgbClr val="7F7F7F"/>
              </a:buClr>
              <a:buSzPts val="3881"/>
              <a:buChar char="•"/>
              <a:defRPr sz="3881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21265525" y="7802882"/>
            <a:ext cx="10830000" cy="11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sz="3093"/>
            </a:lvl1pPr>
            <a:lvl2pPr indent="-228600" lvl="1" marL="914400" algn="l">
              <a:spcBef>
                <a:spcPts val="461"/>
              </a:spcBef>
              <a:spcAft>
                <a:spcPts val="0"/>
              </a:spcAft>
              <a:buClr>
                <a:srgbClr val="7F7F7F"/>
              </a:buClr>
              <a:buSzPts val="2306"/>
              <a:buNone/>
              <a:defRPr sz="2306"/>
            </a:lvl2pPr>
            <a:lvl3pPr indent="-228600" lvl="2" marL="1371600" algn="l">
              <a:spcBef>
                <a:spcPts val="382"/>
              </a:spcBef>
              <a:spcAft>
                <a:spcPts val="0"/>
              </a:spcAft>
              <a:buClr>
                <a:srgbClr val="7F7F7F"/>
              </a:buClr>
              <a:buSzPts val="1912"/>
              <a:buNone/>
              <a:defRPr sz="1912"/>
            </a:lvl3pPr>
            <a:lvl4pPr indent="-228600" lvl="3" marL="18288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4pPr>
            <a:lvl5pPr indent="-228600" lvl="4" marL="22860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5pPr>
            <a:lvl6pPr indent="-228600" lvl="5" marL="27432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6pPr>
            <a:lvl7pPr indent="-228600" lvl="6" marL="32004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7pPr>
            <a:lvl8pPr indent="-228600" lvl="7" marL="36576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8pPr>
            <a:lvl9pPr indent="-228600" lvl="8" marL="41148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6046476" y="731520"/>
            <a:ext cx="20562600" cy="28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b="0"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5429256" y="3657600"/>
            <a:ext cx="21797100" cy="14531400"/>
          </a:xfrm>
          <a:prstGeom prst="rect">
            <a:avLst/>
          </a:prstGeom>
          <a:noFill/>
          <a:ln cap="flat" cmpd="sng" w="774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324" rotWithShape="0" algn="ctr" dir="5400000" dist="51614">
              <a:srgbClr val="000000">
                <a:alpha val="24705"/>
              </a:srgbClr>
            </a:outerShdw>
          </a:effectLst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6046476" y="18592800"/>
            <a:ext cx="205626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rmAutofit/>
          </a:bodyPr>
          <a:lstStyle>
            <a:lvl1pPr indent="-228600" lvl="0" marL="457200" algn="ctr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None/>
              <a:defRPr sz="3093"/>
            </a:lvl1pPr>
            <a:lvl2pPr indent="-228600" lvl="1" marL="914400" algn="l">
              <a:spcBef>
                <a:spcPts val="461"/>
              </a:spcBef>
              <a:spcAft>
                <a:spcPts val="0"/>
              </a:spcAft>
              <a:buClr>
                <a:srgbClr val="7F7F7F"/>
              </a:buClr>
              <a:buSzPts val="2306"/>
              <a:buNone/>
              <a:defRPr sz="2306"/>
            </a:lvl2pPr>
            <a:lvl3pPr indent="-228600" lvl="2" marL="1371600" algn="l">
              <a:spcBef>
                <a:spcPts val="382"/>
              </a:spcBef>
              <a:spcAft>
                <a:spcPts val="0"/>
              </a:spcAft>
              <a:buClr>
                <a:srgbClr val="7F7F7F"/>
              </a:buClr>
              <a:buSzPts val="1912"/>
              <a:buNone/>
              <a:defRPr sz="1912"/>
            </a:lvl3pPr>
            <a:lvl4pPr indent="-228600" lvl="3" marL="18288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4pPr>
            <a:lvl5pPr indent="-228600" lvl="4" marL="22860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5pPr>
            <a:lvl6pPr indent="-228600" lvl="5" marL="27432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6pPr>
            <a:lvl7pPr indent="-228600" lvl="6" marL="32004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7pPr>
            <a:lvl8pPr indent="-228600" lvl="7" marL="36576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8pPr>
            <a:lvl9pPr indent="-228600" lvl="8" marL="4114800" algn="l">
              <a:spcBef>
                <a:spcPts val="349"/>
              </a:spcBef>
              <a:spcAft>
                <a:spcPts val="0"/>
              </a:spcAft>
              <a:buClr>
                <a:srgbClr val="7F7F7F"/>
              </a:buClr>
              <a:buSzPts val="1745"/>
              <a:buNone/>
              <a:defRPr sz="1744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1645446" y="1"/>
            <a:ext cx="296274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611555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9217570" y="-2451783"/>
            <a:ext cx="14483400" cy="296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344731" lvl="0" marL="457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4612"/>
            </a:lvl1pPr>
            <a:lvl2pPr indent="-344731" lvl="1" marL="914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2pPr>
            <a:lvl3pPr indent="-344731" lvl="2" marL="1371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3pPr>
            <a:lvl4pPr indent="-344731" lvl="3" marL="1828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4pPr>
            <a:lvl5pPr indent="-344731" lvl="4" marL="22860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5pPr>
            <a:lvl6pPr indent="-344731" lvl="5" marL="2743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6pPr>
            <a:lvl7pPr indent="-344731" lvl="6" marL="3200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7pPr>
            <a:lvl8pPr indent="-344731" lvl="7" marL="3657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8pPr>
            <a:lvl9pPr indent="-344731" lvl="8" marL="4114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 rot="5400000">
            <a:off x="18206743" y="6537894"/>
            <a:ext cx="18724800" cy="74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algn="ctr">
              <a:lnSpc>
                <a:spcPct val="611555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1pPr>
            <a:lvl2pPr lvl="1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2pPr>
            <a:lvl3pPr lvl="2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3pPr>
            <a:lvl4pPr lvl="3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4pPr>
            <a:lvl5pPr lvl="4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5pPr>
            <a:lvl6pPr lvl="5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6pPr>
            <a:lvl7pPr lvl="6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7pPr>
            <a:lvl8pPr lvl="7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8pPr>
            <a:lvl9pPr lvl="8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10406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119110" y="-594456"/>
            <a:ext cx="18724800" cy="21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344731" lvl="0" marL="457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4612"/>
            </a:lvl1pPr>
            <a:lvl2pPr indent="-344731" lvl="1" marL="914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2pPr>
            <a:lvl3pPr indent="-344731" lvl="2" marL="1371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3pPr>
            <a:lvl4pPr indent="-344731" lvl="3" marL="1828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4pPr>
            <a:lvl5pPr indent="-344731" lvl="4" marL="22860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5pPr>
            <a:lvl6pPr indent="-344731" lvl="5" marL="27432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6pPr>
            <a:lvl7pPr indent="-344731" lvl="6" marL="32004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7pPr>
            <a:lvl8pPr indent="-344731" lvl="7" marL="36576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o"/>
              <a:defRPr sz="3093"/>
            </a:lvl8pPr>
            <a:lvl9pPr indent="-344731" lvl="8" marL="4114800" algn="l">
              <a:spcBef>
                <a:spcPts val="366"/>
              </a:spcBef>
              <a:spcAft>
                <a:spcPts val="0"/>
              </a:spcAft>
              <a:buClr>
                <a:srgbClr val="7F7F7F"/>
              </a:buClr>
              <a:buSzPts val="1829"/>
              <a:buChar char="•"/>
              <a:defRPr sz="3093"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2306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508"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45446" y="1"/>
            <a:ext cx="296274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159250" lIns="318525" spcFirstLastPara="1" rIns="318525" wrap="square" tIns="159250">
            <a:noAutofit/>
          </a:bodyPr>
          <a:lstStyle>
            <a:lvl1pPr lvl="0" marR="0" rtl="0" algn="ctr">
              <a:lnSpc>
                <a:spcPct val="107479"/>
              </a:lnSpc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0406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45446" y="5120217"/>
            <a:ext cx="29627400" cy="14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250" lIns="318525" spcFirstLastPara="1" rIns="318525" wrap="square" tIns="159250">
            <a:noAutofit/>
          </a:bodyPr>
          <a:lstStyle>
            <a:lvl1pPr indent="-521508" lvl="0" marL="457200" marR="0" rtl="0" algn="l">
              <a:spcBef>
                <a:spcPts val="923"/>
              </a:spcBef>
              <a:spcAft>
                <a:spcPts val="0"/>
              </a:spcAft>
              <a:buClr>
                <a:srgbClr val="7F7F7F"/>
              </a:buClr>
              <a:buSzPts val="4613"/>
              <a:buFont typeface="Arial"/>
              <a:buChar char="•"/>
              <a:defRPr b="0" i="0" sz="4612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25055" lvl="1" marL="9144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Courier New"/>
              <a:buChar char="o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425055" lvl="2" marL="13716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Arial"/>
              <a:buChar char="•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425055" lvl="3" marL="18288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Courier New"/>
              <a:buChar char="o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425055" lvl="4" marL="22860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Arial"/>
              <a:buChar char="•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425055" lvl="5" marL="27432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Courier New"/>
              <a:buChar char="o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425055" lvl="6" marL="32004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Arial"/>
              <a:buChar char="•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425055" lvl="7" marL="36576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Courier New"/>
              <a:buChar char="o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425055" lvl="8" marL="4114800" marR="0" rtl="0" algn="l">
              <a:spcBef>
                <a:spcPts val="619"/>
              </a:spcBef>
              <a:spcAft>
                <a:spcPts val="0"/>
              </a:spcAft>
              <a:buClr>
                <a:srgbClr val="7F7F7F"/>
              </a:buClr>
              <a:buSzPts val="3094"/>
              <a:buFont typeface="Arial"/>
              <a:buChar char="•"/>
              <a:defRPr b="0" i="0" sz="3093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907635" y="20340109"/>
            <a:ext cx="7510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318525" spcFirstLastPara="1" rIns="159250" wrap="square" tIns="1592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374109" y="20340109"/>
            <a:ext cx="102513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159250" spcFirstLastPara="1" rIns="318525" wrap="square" tIns="159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5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30756238" y="20340109"/>
            <a:ext cx="2021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250" lIns="95550" spcFirstLastPara="1" rIns="159250" wrap="square" tIns="15925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306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449057" y="20798367"/>
            <a:ext cx="304800" cy="2709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88175" lIns="176325" spcFirstLastPara="1" rIns="176325" wrap="square" tIns="88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86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047876" y="20798367"/>
            <a:ext cx="307200" cy="2709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88175" lIns="176325" spcFirstLastPara="1" rIns="176325" wrap="square" tIns="88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5484022" y="0"/>
            <a:ext cx="27422400" cy="2438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257150" lIns="257150" spcFirstLastPara="1" rIns="257150" wrap="square" tIns="25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0" y="20624800"/>
            <a:ext cx="32918400" cy="1320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257150" lIns="257150" spcFirstLastPara="1" rIns="257150" wrap="square" tIns="25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2"/>
          <p:cNvCxnSpPr/>
          <p:nvPr/>
        </p:nvCxnSpPr>
        <p:spPr>
          <a:xfrm>
            <a:off x="1" y="2438400"/>
            <a:ext cx="32906400" cy="0"/>
          </a:xfrm>
          <a:prstGeom prst="straightConnector1">
            <a:avLst/>
          </a:prstGeom>
          <a:noFill/>
          <a:ln cap="flat" cmpd="sng" w="774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" name="Google Shape;16;p2"/>
          <p:cNvCxnSpPr/>
          <p:nvPr/>
        </p:nvCxnSpPr>
        <p:spPr>
          <a:xfrm>
            <a:off x="5486402" y="0"/>
            <a:ext cx="0" cy="2438400"/>
          </a:xfrm>
          <a:prstGeom prst="straightConnector1">
            <a:avLst/>
          </a:prstGeom>
          <a:noFill/>
          <a:ln cap="flat" cmpd="sng" w="774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" name="Google Shape;17;p2"/>
          <p:cNvSpPr/>
          <p:nvPr/>
        </p:nvSpPr>
        <p:spPr>
          <a:xfrm>
            <a:off x="0" y="0"/>
            <a:ext cx="32918400" cy="21996300"/>
          </a:xfrm>
          <a:prstGeom prst="frame">
            <a:avLst>
              <a:gd fmla="val 877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46425" lIns="92900" spcFirstLastPara="1" rIns="92900" wrap="square" tIns="46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6117498" y="526071"/>
            <a:ext cx="253359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850" lIns="102850" spcFirstLastPara="1" rIns="102850" wrap="square" tIns="10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86" u="none" cap="none" strike="noStrike">
                <a:solidFill>
                  <a:srgbClr val="FFFF66"/>
                </a:solidFill>
                <a:latin typeface="Arial"/>
                <a:ea typeface="Arial"/>
                <a:cs typeface="Arial"/>
                <a:sym typeface="Arial"/>
              </a:rPr>
              <a:t>Title Will Go Here: Title Will Go Here, Title Will Go Here, Title Will Go Here, Title Will Go Here</a:t>
            </a:r>
            <a:endParaRPr b="0" i="0" sz="548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440873" y="9367910"/>
            <a:ext cx="10580681" cy="906132"/>
            <a:chOff x="0" y="0"/>
            <a:chExt cx="10414056" cy="891862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0414056" cy="891862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C518D"/>
                </a:gs>
                <a:gs pos="80000">
                  <a:srgbClr val="4F6CBA"/>
                </a:gs>
                <a:gs pos="100000">
                  <a:srgbClr val="4E6BBD"/>
                </a:gs>
              </a:gsLst>
              <a:lin ang="16200000" scaled="0"/>
            </a:gradFill>
            <a:ln>
              <a:noFill/>
            </a:ln>
            <a:effectLst>
              <a:outerShdw blurRad="40641" rotWithShape="0" dir="5400000" dist="23369">
                <a:srgbClr val="000000">
                  <a:alpha val="34901"/>
                </a:srgbClr>
              </a:outerShdw>
            </a:effectLst>
          </p:spPr>
          <p:txBody>
            <a:bodyPr anchorCtr="0" anchor="ctr" bIns="92900" lIns="92900" spcFirstLastPara="1" rIns="92900" wrap="square" tIns="9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43537" y="43537"/>
              <a:ext cx="10326982" cy="804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300" lIns="170300" spcFirstLastPara="1" rIns="170300" wrap="square" tIns="17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71"/>
                <a:buFont typeface="Palatino Linotype"/>
                <a:buNone/>
              </a:pPr>
              <a:r>
                <a:rPr b="1" i="0" lang="en-US" sz="4470" u="none" cap="none" strike="noStrike">
                  <a:solidFill>
                    <a:schemeClr val="lt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Motivation and Problem Formulation</a:t>
              </a:r>
              <a:endParaRPr sz="1422"/>
            </a:p>
          </p:txBody>
        </p:sp>
      </p:grpSp>
      <p:sp>
        <p:nvSpPr>
          <p:cNvPr id="98" name="Google Shape;98;p1"/>
          <p:cNvSpPr txBox="1"/>
          <p:nvPr/>
        </p:nvSpPr>
        <p:spPr>
          <a:xfrm>
            <a:off x="190875" y="21343626"/>
            <a:ext cx="32546100" cy="509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Accepted/Presented in [  ]</a:t>
            </a:r>
            <a:endParaRPr sz="1422"/>
          </a:p>
        </p:txBody>
      </p:sp>
      <p:grpSp>
        <p:nvGrpSpPr>
          <p:cNvPr id="99" name="Google Shape;99;p1"/>
          <p:cNvGrpSpPr/>
          <p:nvPr/>
        </p:nvGrpSpPr>
        <p:grpSpPr>
          <a:xfrm>
            <a:off x="538844" y="4935911"/>
            <a:ext cx="10580681" cy="906132"/>
            <a:chOff x="0" y="160108"/>
            <a:chExt cx="10414056" cy="89186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160108"/>
              <a:ext cx="10414056" cy="891862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C518D"/>
                </a:gs>
                <a:gs pos="80000">
                  <a:srgbClr val="4F6CBA"/>
                </a:gs>
                <a:gs pos="100000">
                  <a:srgbClr val="4E6BBD"/>
                </a:gs>
              </a:gsLst>
              <a:lin ang="16200000" scaled="0"/>
            </a:gradFill>
            <a:ln>
              <a:noFill/>
            </a:ln>
            <a:effectLst>
              <a:outerShdw blurRad="40641" rotWithShape="0" dir="5400000" dist="23369">
                <a:srgbClr val="000000">
                  <a:alpha val="34901"/>
                </a:srgbClr>
              </a:outerShdw>
            </a:effectLst>
          </p:spPr>
          <p:txBody>
            <a:bodyPr anchorCtr="0" anchor="ctr" bIns="92900" lIns="92900" spcFirstLastPara="1" rIns="92900" wrap="square" tIns="9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43537" y="203645"/>
              <a:ext cx="10326982" cy="804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300" lIns="170300" spcFirstLastPara="1" rIns="170300" wrap="square" tIns="17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71"/>
                <a:buFont typeface="Palatino Linotype"/>
                <a:buNone/>
              </a:pPr>
              <a:r>
                <a:rPr b="1" i="0" lang="en-US" sz="4470" u="none" cap="none" strike="noStrike">
                  <a:solidFill>
                    <a:schemeClr val="lt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Background</a:t>
              </a:r>
              <a:endParaRPr sz="1422"/>
            </a:p>
          </p:txBody>
        </p:sp>
      </p:grpSp>
      <p:pic>
        <p:nvPicPr>
          <p:cNvPr descr="Bangladesh University of Engineering and Technology - Wikipedia"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310" y="347345"/>
            <a:ext cx="1929286" cy="1929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1497611" y="912336"/>
            <a:ext cx="4587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64" u="none" cap="none" strike="noStrike">
                <a:solidFill>
                  <a:srgbClr val="8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CSE, BUET</a:t>
            </a:r>
            <a:endParaRPr b="1" i="0" sz="1508" u="none" cap="none" strike="noStrike">
              <a:solidFill>
                <a:srgbClr val="8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71451" y="2411768"/>
            <a:ext cx="32546100" cy="509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99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3480262" y="2447240"/>
            <a:ext cx="10253700" cy="1016100"/>
          </a:xfrm>
          <a:prstGeom prst="rect">
            <a:avLst/>
          </a:prstGeom>
          <a:noFill/>
          <a:ln>
            <a:noFill/>
          </a:ln>
        </p:spPr>
        <p:txBody>
          <a:bodyPr anchorCtr="1" anchor="ctr" bIns="257150" lIns="257150" spcFirstLastPara="1" rIns="257150" wrap="square" tIns="2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64" u="none" cap="none" strike="noStrike">
                <a:solidFill>
                  <a:srgbClr val="FFFF99"/>
                </a:solidFill>
                <a:latin typeface="Arial"/>
                <a:ea typeface="Arial"/>
                <a:cs typeface="Arial"/>
                <a:sym typeface="Arial"/>
              </a:rPr>
              <a:t>Authors Name and Information</a:t>
            </a:r>
            <a:endParaRPr b="0" i="1" sz="2032" u="sng" cap="none" strike="noStrike">
              <a:solidFill>
                <a:srgbClr val="FFFF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xecutive">
  <a:themeElements>
    <a:clrScheme name="Executive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2008-05-03T03:01:56Z</dcterms:created>
  <dc:creator>Popel</dc:creator>
</cp:coreProperties>
</file>