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21945600" cx="32918400"/>
  <p:notesSz cx="6858000" cy="9144000"/>
  <p:embeddedFontLst>
    <p:embeddedFont>
      <p:font typeface="Quattrocento"/>
      <p:regular r:id="rId7"/>
      <p:bold r:id="rId8"/>
    </p:embeddedFont>
    <p:embeddedFont>
      <p:font typeface="Quattrocento Sans"/>
      <p:regular r:id="rId9"/>
      <p:bold r:id="rId10"/>
      <p:italic r:id="rId11"/>
      <p:boldItalic r:id="rId12"/>
    </p:embeddedFont>
    <p:embeddedFont>
      <p:font typeface="Dosis SemiBold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912">
          <p15:clr>
            <a:srgbClr val="747775"/>
          </p15:clr>
        </p15:guide>
        <p15:guide id="2" pos="103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912" orient="horz"/>
        <p:guide pos="103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QuattrocentoSans-italic.fntdata"/><Relationship Id="rId10" Type="http://schemas.openxmlformats.org/officeDocument/2006/relationships/font" Target="fonts/QuattrocentoSans-bold.fntdata"/><Relationship Id="rId13" Type="http://schemas.openxmlformats.org/officeDocument/2006/relationships/font" Target="fonts/DosisSemiBold-regular.fntdata"/><Relationship Id="rId12" Type="http://schemas.openxmlformats.org/officeDocument/2006/relationships/font" Target="fonts/Quattrocento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QuattrocentoSans-regular.fntdata"/><Relationship Id="rId14" Type="http://schemas.openxmlformats.org/officeDocument/2006/relationships/font" Target="fonts/Dosis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Quattrocento-regular.fntdata"/><Relationship Id="rId8" Type="http://schemas.openxmlformats.org/officeDocument/2006/relationships/font" Target="fonts/Quattrocen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556" y="685800"/>
            <a:ext cx="514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857556" y="685800"/>
            <a:ext cx="514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122150" y="3176853"/>
            <a:ext cx="30674100" cy="8757900"/>
          </a:xfrm>
          <a:prstGeom prst="rect">
            <a:avLst/>
          </a:prstGeom>
        </p:spPr>
        <p:txBody>
          <a:bodyPr anchorCtr="0" anchor="b" bIns="349450" lIns="349450" spcFirstLastPara="1" rIns="349450" wrap="square" tIns="3494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9876"/>
            </a:lvl1pPr>
            <a:lvl2pPr lvl="1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9876"/>
            </a:lvl2pPr>
            <a:lvl3pPr lvl="2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9876"/>
            </a:lvl3pPr>
            <a:lvl4pPr lvl="3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9876"/>
            </a:lvl4pPr>
            <a:lvl5pPr lvl="4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9876"/>
            </a:lvl5pPr>
            <a:lvl6pPr lvl="5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9876"/>
            </a:lvl6pPr>
            <a:lvl7pPr lvl="6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9876"/>
            </a:lvl7pPr>
            <a:lvl8pPr lvl="7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9876"/>
            </a:lvl8pPr>
            <a:lvl9pPr lvl="8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9876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122120" y="12092267"/>
            <a:ext cx="30674100" cy="33819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122120" y="9176960"/>
            <a:ext cx="30674100" cy="35916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13760"/>
            </a:lvl1pPr>
            <a:lvl2pPr lvl="1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13760"/>
            </a:lvl2pPr>
            <a:lvl3pPr lvl="2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13760"/>
            </a:lvl3pPr>
            <a:lvl4pPr lvl="3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13760"/>
            </a:lvl4pPr>
            <a:lvl5pPr lvl="4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13760"/>
            </a:lvl5pPr>
            <a:lvl6pPr lvl="5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13760"/>
            </a:lvl6pPr>
            <a:lvl7pPr lvl="6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13760"/>
            </a:lvl7pPr>
            <a:lvl8pPr lvl="7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13760"/>
            </a:lvl8pPr>
            <a:lvl9pPr lvl="8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1376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122120" y="1898773"/>
            <a:ext cx="30674100" cy="24435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1pPr>
            <a:lvl2pPr lvl="1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2pPr>
            <a:lvl3pPr lvl="2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3pPr>
            <a:lvl4pPr lvl="3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4pPr>
            <a:lvl5pPr lvl="4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5pPr>
            <a:lvl6pPr lvl="5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6pPr>
            <a:lvl7pPr lvl="6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7pPr>
            <a:lvl8pPr lvl="7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8pPr>
            <a:lvl9pPr lvl="8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122120" y="4917227"/>
            <a:ext cx="30674100" cy="145767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indent="-665480" lvl="0" marL="457200">
              <a:spcBef>
                <a:spcPts val="0"/>
              </a:spcBef>
              <a:spcAft>
                <a:spcPts val="0"/>
              </a:spcAft>
              <a:buSzPts val="6880"/>
              <a:buChar char="●"/>
              <a:defRPr sz="6880"/>
            </a:lvl1pPr>
            <a:lvl2pPr indent="-568395" lvl="1" marL="914400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5351"/>
            </a:lvl2pPr>
            <a:lvl3pPr indent="-568395" lvl="2" marL="1371600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5351"/>
            </a:lvl3pPr>
            <a:lvl4pPr indent="-568395" lvl="3" marL="1828800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5351"/>
            </a:lvl4pPr>
            <a:lvl5pPr indent="-568396" lvl="4" marL="2286000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5351"/>
            </a:lvl5pPr>
            <a:lvl6pPr indent="-568396" lvl="5" marL="2743200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5351"/>
            </a:lvl6pPr>
            <a:lvl7pPr indent="-568396" lvl="6" marL="3200400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5351"/>
            </a:lvl7pPr>
            <a:lvl8pPr indent="-568396" lvl="7" marL="3657600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5351"/>
            </a:lvl8pPr>
            <a:lvl9pPr indent="-568396" lvl="8" marL="4114800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5351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122120" y="1898773"/>
            <a:ext cx="30674100" cy="24435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1pPr>
            <a:lvl2pPr lvl="1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2pPr>
            <a:lvl3pPr lvl="2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3pPr>
            <a:lvl4pPr lvl="3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4pPr>
            <a:lvl5pPr lvl="4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5pPr>
            <a:lvl6pPr lvl="5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6pPr>
            <a:lvl7pPr lvl="6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7pPr>
            <a:lvl8pPr lvl="7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8pPr>
            <a:lvl9pPr lvl="8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122120" y="4917227"/>
            <a:ext cx="14399700" cy="145767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indent="-568395" lvl="0" marL="457200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5351"/>
            </a:lvl1pPr>
            <a:lvl2pPr indent="-519854" lvl="1" marL="914400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4587"/>
            </a:lvl2pPr>
            <a:lvl3pPr indent="-519854" lvl="2" marL="1371600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4587"/>
            </a:lvl3pPr>
            <a:lvl4pPr indent="-519854" lvl="3" marL="1828800">
              <a:spcBef>
                <a:spcPts val="0"/>
              </a:spcBef>
              <a:spcAft>
                <a:spcPts val="0"/>
              </a:spcAft>
              <a:buSzPts val="4587"/>
              <a:buChar char="●"/>
              <a:defRPr sz="4587"/>
            </a:lvl4pPr>
            <a:lvl5pPr indent="-519854" lvl="4" marL="2286000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4587"/>
            </a:lvl5pPr>
            <a:lvl6pPr indent="-519854" lvl="5" marL="2743200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4587"/>
            </a:lvl6pPr>
            <a:lvl7pPr indent="-519854" lvl="6" marL="3200400">
              <a:spcBef>
                <a:spcPts val="0"/>
              </a:spcBef>
              <a:spcAft>
                <a:spcPts val="0"/>
              </a:spcAft>
              <a:buSzPts val="4587"/>
              <a:buChar char="●"/>
              <a:defRPr sz="4587"/>
            </a:lvl7pPr>
            <a:lvl8pPr indent="-519854" lvl="7" marL="3657600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4587"/>
            </a:lvl8pPr>
            <a:lvl9pPr indent="-519854" lvl="8" marL="4114800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4587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17396640" y="4917227"/>
            <a:ext cx="14399700" cy="145767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indent="-568395" lvl="0" marL="457200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5351"/>
            </a:lvl1pPr>
            <a:lvl2pPr indent="-519854" lvl="1" marL="914400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4587"/>
            </a:lvl2pPr>
            <a:lvl3pPr indent="-519854" lvl="2" marL="1371600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4587"/>
            </a:lvl3pPr>
            <a:lvl4pPr indent="-519854" lvl="3" marL="1828800">
              <a:spcBef>
                <a:spcPts val="0"/>
              </a:spcBef>
              <a:spcAft>
                <a:spcPts val="0"/>
              </a:spcAft>
              <a:buSzPts val="4587"/>
              <a:buChar char="●"/>
              <a:defRPr sz="4587"/>
            </a:lvl4pPr>
            <a:lvl5pPr indent="-519854" lvl="4" marL="2286000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4587"/>
            </a:lvl5pPr>
            <a:lvl6pPr indent="-519854" lvl="5" marL="2743200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4587"/>
            </a:lvl6pPr>
            <a:lvl7pPr indent="-519854" lvl="6" marL="3200400">
              <a:spcBef>
                <a:spcPts val="0"/>
              </a:spcBef>
              <a:spcAft>
                <a:spcPts val="0"/>
              </a:spcAft>
              <a:buSzPts val="4587"/>
              <a:buChar char="●"/>
              <a:defRPr sz="4587"/>
            </a:lvl7pPr>
            <a:lvl8pPr indent="-519854" lvl="7" marL="3657600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4587"/>
            </a:lvl8pPr>
            <a:lvl9pPr indent="-519854" lvl="8" marL="4114800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4587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122120" y="1898773"/>
            <a:ext cx="30674100" cy="24435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1pPr>
            <a:lvl2pPr lvl="1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2pPr>
            <a:lvl3pPr lvl="2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3pPr>
            <a:lvl4pPr lvl="3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4pPr>
            <a:lvl5pPr lvl="4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5pPr>
            <a:lvl6pPr lvl="5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6pPr>
            <a:lvl7pPr lvl="6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7pPr>
            <a:lvl8pPr lvl="7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8pPr>
            <a:lvl9pPr lvl="8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122120" y="2370560"/>
            <a:ext cx="10108800" cy="3224400"/>
          </a:xfrm>
          <a:prstGeom prst="rect">
            <a:avLst/>
          </a:prstGeom>
        </p:spPr>
        <p:txBody>
          <a:bodyPr anchorCtr="0" anchor="b" bIns="349450" lIns="349450" spcFirstLastPara="1" rIns="349450" wrap="square" tIns="3494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1pPr>
            <a:lvl2pPr lvl="1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2pPr>
            <a:lvl3pPr lvl="2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3pPr>
            <a:lvl4pPr lvl="3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4pPr>
            <a:lvl5pPr lvl="4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5pPr>
            <a:lvl6pPr lvl="5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6pPr>
            <a:lvl7pPr lvl="6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7pPr>
            <a:lvl8pPr lvl="7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8pPr>
            <a:lvl9pPr lvl="8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122120" y="5928960"/>
            <a:ext cx="10108800" cy="135654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indent="-519854" lvl="0" marL="457200">
              <a:spcBef>
                <a:spcPts val="0"/>
              </a:spcBef>
              <a:spcAft>
                <a:spcPts val="0"/>
              </a:spcAft>
              <a:buSzPts val="4587"/>
              <a:buChar char="●"/>
              <a:defRPr sz="4587"/>
            </a:lvl1pPr>
            <a:lvl2pPr indent="-519854" lvl="1" marL="914400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4587"/>
            </a:lvl2pPr>
            <a:lvl3pPr indent="-519854" lvl="2" marL="1371600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4587"/>
            </a:lvl3pPr>
            <a:lvl4pPr indent="-519854" lvl="3" marL="1828800">
              <a:spcBef>
                <a:spcPts val="0"/>
              </a:spcBef>
              <a:spcAft>
                <a:spcPts val="0"/>
              </a:spcAft>
              <a:buSzPts val="4587"/>
              <a:buChar char="●"/>
              <a:defRPr sz="4587"/>
            </a:lvl4pPr>
            <a:lvl5pPr indent="-519854" lvl="4" marL="2286000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4587"/>
            </a:lvl5pPr>
            <a:lvl6pPr indent="-519854" lvl="5" marL="2743200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4587"/>
            </a:lvl6pPr>
            <a:lvl7pPr indent="-519854" lvl="6" marL="3200400">
              <a:spcBef>
                <a:spcPts val="0"/>
              </a:spcBef>
              <a:spcAft>
                <a:spcPts val="0"/>
              </a:spcAft>
              <a:buSzPts val="4587"/>
              <a:buChar char="●"/>
              <a:defRPr sz="4587"/>
            </a:lvl7pPr>
            <a:lvl8pPr indent="-519854" lvl="7" marL="3657600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4587"/>
            </a:lvl8pPr>
            <a:lvl9pPr indent="-519854" lvl="8" marL="4114800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4587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1764900" y="1920640"/>
            <a:ext cx="22924200" cy="174540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347"/>
              <a:buNone/>
              <a:defRPr sz="18347"/>
            </a:lvl1pPr>
            <a:lvl2pPr lvl="1">
              <a:spcBef>
                <a:spcPts val="0"/>
              </a:spcBef>
              <a:spcAft>
                <a:spcPts val="0"/>
              </a:spcAft>
              <a:buSzPts val="18347"/>
              <a:buNone/>
              <a:defRPr sz="18347"/>
            </a:lvl2pPr>
            <a:lvl3pPr lvl="2">
              <a:spcBef>
                <a:spcPts val="0"/>
              </a:spcBef>
              <a:spcAft>
                <a:spcPts val="0"/>
              </a:spcAft>
              <a:buSzPts val="18347"/>
              <a:buNone/>
              <a:defRPr sz="18347"/>
            </a:lvl3pPr>
            <a:lvl4pPr lvl="3">
              <a:spcBef>
                <a:spcPts val="0"/>
              </a:spcBef>
              <a:spcAft>
                <a:spcPts val="0"/>
              </a:spcAft>
              <a:buSzPts val="18347"/>
              <a:buNone/>
              <a:defRPr sz="18347"/>
            </a:lvl4pPr>
            <a:lvl5pPr lvl="4">
              <a:spcBef>
                <a:spcPts val="0"/>
              </a:spcBef>
              <a:spcAft>
                <a:spcPts val="0"/>
              </a:spcAft>
              <a:buSzPts val="18347"/>
              <a:buNone/>
              <a:defRPr sz="18347"/>
            </a:lvl5pPr>
            <a:lvl6pPr lvl="5">
              <a:spcBef>
                <a:spcPts val="0"/>
              </a:spcBef>
              <a:spcAft>
                <a:spcPts val="0"/>
              </a:spcAft>
              <a:buSzPts val="18347"/>
              <a:buNone/>
              <a:defRPr sz="18347"/>
            </a:lvl6pPr>
            <a:lvl7pPr lvl="6">
              <a:spcBef>
                <a:spcPts val="0"/>
              </a:spcBef>
              <a:spcAft>
                <a:spcPts val="0"/>
              </a:spcAft>
              <a:buSzPts val="18347"/>
              <a:buNone/>
              <a:defRPr sz="18347"/>
            </a:lvl7pPr>
            <a:lvl8pPr lvl="7">
              <a:spcBef>
                <a:spcPts val="0"/>
              </a:spcBef>
              <a:spcAft>
                <a:spcPts val="0"/>
              </a:spcAft>
              <a:buSzPts val="18347"/>
              <a:buNone/>
              <a:defRPr sz="18347"/>
            </a:lvl8pPr>
            <a:lvl9pPr lvl="8">
              <a:spcBef>
                <a:spcPts val="0"/>
              </a:spcBef>
              <a:spcAft>
                <a:spcPts val="0"/>
              </a:spcAft>
              <a:buSzPts val="18347"/>
              <a:buNone/>
              <a:defRPr sz="18347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6459200" y="-533"/>
            <a:ext cx="16459200" cy="2194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9450" lIns="349450" spcFirstLastPara="1" rIns="349450" wrap="square" tIns="34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955800" y="5261547"/>
            <a:ext cx="14562600" cy="6324600"/>
          </a:xfrm>
          <a:prstGeom prst="rect">
            <a:avLst/>
          </a:prstGeom>
        </p:spPr>
        <p:txBody>
          <a:bodyPr anchorCtr="0" anchor="b" bIns="349450" lIns="349450" spcFirstLastPara="1" rIns="349450" wrap="square" tIns="3494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6053"/>
            </a:lvl1pPr>
            <a:lvl2pPr lvl="1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6053"/>
            </a:lvl2pPr>
            <a:lvl3pPr lvl="2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6053"/>
            </a:lvl3pPr>
            <a:lvl4pPr lvl="3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6053"/>
            </a:lvl4pPr>
            <a:lvl5pPr lvl="4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6053"/>
            </a:lvl5pPr>
            <a:lvl6pPr lvl="5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6053"/>
            </a:lvl6pPr>
            <a:lvl7pPr lvl="6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6053"/>
            </a:lvl7pPr>
            <a:lvl8pPr lvl="7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6053"/>
            </a:lvl8pPr>
            <a:lvl9pPr lvl="8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6053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955800" y="11959787"/>
            <a:ext cx="14562600" cy="52698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802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8027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802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802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802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802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802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802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8027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17782200" y="3089387"/>
            <a:ext cx="13813200" cy="157659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indent="-665480" lvl="0" marL="457200">
              <a:spcBef>
                <a:spcPts val="0"/>
              </a:spcBef>
              <a:spcAft>
                <a:spcPts val="0"/>
              </a:spcAft>
              <a:buSzPts val="6880"/>
              <a:buChar char="●"/>
              <a:defRPr sz="6880"/>
            </a:lvl1pPr>
            <a:lvl2pPr indent="-568395" lvl="1" marL="914400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5351"/>
            </a:lvl2pPr>
            <a:lvl3pPr indent="-568395" lvl="2" marL="1371600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5351"/>
            </a:lvl3pPr>
            <a:lvl4pPr indent="-568395" lvl="3" marL="1828800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5351"/>
            </a:lvl4pPr>
            <a:lvl5pPr indent="-568396" lvl="4" marL="2286000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5351"/>
            </a:lvl5pPr>
            <a:lvl6pPr indent="-568396" lvl="5" marL="2743200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5351"/>
            </a:lvl6pPr>
            <a:lvl7pPr indent="-568396" lvl="6" marL="3200400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5351"/>
            </a:lvl7pPr>
            <a:lvl8pPr indent="-568396" lvl="7" marL="3657600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5351"/>
            </a:lvl8pPr>
            <a:lvl9pPr indent="-568396" lvl="8" marL="4114800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5351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122120" y="18050453"/>
            <a:ext cx="21595800" cy="25818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80"/>
              <a:buNone/>
              <a:defRPr sz="6880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122120" y="4719467"/>
            <a:ext cx="30674100" cy="8377500"/>
          </a:xfrm>
          <a:prstGeom prst="rect">
            <a:avLst/>
          </a:prstGeom>
        </p:spPr>
        <p:txBody>
          <a:bodyPr anchorCtr="0" anchor="b" bIns="349450" lIns="349450" spcFirstLastPara="1" rIns="349450" wrap="square" tIns="3494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45867"/>
            </a:lvl1pPr>
            <a:lvl2pPr lvl="1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45867"/>
            </a:lvl2pPr>
            <a:lvl3pPr lvl="2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45867"/>
            </a:lvl3pPr>
            <a:lvl4pPr lvl="3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45867"/>
            </a:lvl4pPr>
            <a:lvl5pPr lvl="4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45867"/>
            </a:lvl5pPr>
            <a:lvl6pPr lvl="5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45867"/>
            </a:lvl6pPr>
            <a:lvl7pPr lvl="6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45867"/>
            </a:lvl7pPr>
            <a:lvl8pPr lvl="7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45867"/>
            </a:lvl8pPr>
            <a:lvl9pPr lvl="8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45867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122120" y="13449493"/>
            <a:ext cx="30674100" cy="55500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indent="-665480" lvl="0" marL="457200" algn="ctr">
              <a:spcBef>
                <a:spcPts val="0"/>
              </a:spcBef>
              <a:spcAft>
                <a:spcPts val="0"/>
              </a:spcAft>
              <a:buSzPts val="6880"/>
              <a:buChar char="●"/>
              <a:defRPr sz="6880"/>
            </a:lvl1pPr>
            <a:lvl2pPr indent="-568395" lvl="1" marL="914400" algn="ctr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5351"/>
            </a:lvl2pPr>
            <a:lvl3pPr indent="-568395" lvl="2" marL="1371600" algn="ctr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5351"/>
            </a:lvl3pPr>
            <a:lvl4pPr indent="-568395" lvl="3" marL="1828800" algn="ctr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5351"/>
            </a:lvl4pPr>
            <a:lvl5pPr indent="-568396" lvl="4" marL="2286000" algn="ctr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5351"/>
            </a:lvl5pPr>
            <a:lvl6pPr indent="-568396" lvl="5" marL="2743200" algn="ctr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5351"/>
            </a:lvl6pPr>
            <a:lvl7pPr indent="-568396" lvl="6" marL="3200400" algn="ctr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5351"/>
            </a:lvl7pPr>
            <a:lvl8pPr indent="-568396" lvl="7" marL="3657600" algn="ctr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5351"/>
            </a:lvl8pPr>
            <a:lvl9pPr indent="-568396" lvl="8" marL="4114800" algn="ctr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5351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122120" y="1898773"/>
            <a:ext cx="30674100" cy="24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450" lIns="349450" spcFirstLastPara="1" rIns="349450" wrap="square" tIns="3494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122120" y="4917227"/>
            <a:ext cx="30674100" cy="145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450" lIns="349450" spcFirstLastPara="1" rIns="349450" wrap="square" tIns="349450">
            <a:normAutofit/>
          </a:bodyPr>
          <a:lstStyle>
            <a:lvl1pPr indent="-66548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880"/>
              <a:buChar char="●"/>
              <a:defRPr sz="6880">
                <a:solidFill>
                  <a:schemeClr val="dk2"/>
                </a:solidFill>
              </a:defRPr>
            </a:lvl1pPr>
            <a:lvl2pPr indent="-56839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○"/>
              <a:defRPr sz="5351">
                <a:solidFill>
                  <a:schemeClr val="dk2"/>
                </a:solidFill>
              </a:defRPr>
            </a:lvl2pPr>
            <a:lvl3pPr indent="-56839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■"/>
              <a:defRPr sz="5351">
                <a:solidFill>
                  <a:schemeClr val="dk2"/>
                </a:solidFill>
              </a:defRPr>
            </a:lvl3pPr>
            <a:lvl4pPr indent="-56839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●"/>
              <a:defRPr sz="5351">
                <a:solidFill>
                  <a:schemeClr val="dk2"/>
                </a:solidFill>
              </a:defRPr>
            </a:lvl4pPr>
            <a:lvl5pPr indent="-568396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○"/>
              <a:defRPr sz="5351">
                <a:solidFill>
                  <a:schemeClr val="dk2"/>
                </a:solidFill>
              </a:defRPr>
            </a:lvl5pPr>
            <a:lvl6pPr indent="-568396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■"/>
              <a:defRPr sz="5351">
                <a:solidFill>
                  <a:schemeClr val="dk2"/>
                </a:solidFill>
              </a:defRPr>
            </a:lvl6pPr>
            <a:lvl7pPr indent="-568396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●"/>
              <a:defRPr sz="5351">
                <a:solidFill>
                  <a:schemeClr val="dk2"/>
                </a:solidFill>
              </a:defRPr>
            </a:lvl7pPr>
            <a:lvl8pPr indent="-568396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○"/>
              <a:defRPr sz="5351">
                <a:solidFill>
                  <a:schemeClr val="dk2"/>
                </a:solidFill>
              </a:defRPr>
            </a:lvl8pPr>
            <a:lvl9pPr indent="-568396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■"/>
              <a:defRPr sz="5351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 algn="r">
              <a:buNone/>
              <a:defRPr sz="3822">
                <a:solidFill>
                  <a:schemeClr val="dk2"/>
                </a:solidFill>
              </a:defRPr>
            </a:lvl1pPr>
            <a:lvl2pPr lvl="1" algn="r">
              <a:buNone/>
              <a:defRPr sz="3822">
                <a:solidFill>
                  <a:schemeClr val="dk2"/>
                </a:solidFill>
              </a:defRPr>
            </a:lvl2pPr>
            <a:lvl3pPr lvl="2" algn="r">
              <a:buNone/>
              <a:defRPr sz="3822">
                <a:solidFill>
                  <a:schemeClr val="dk2"/>
                </a:solidFill>
              </a:defRPr>
            </a:lvl3pPr>
            <a:lvl4pPr lvl="3" algn="r">
              <a:buNone/>
              <a:defRPr sz="3822">
                <a:solidFill>
                  <a:schemeClr val="dk2"/>
                </a:solidFill>
              </a:defRPr>
            </a:lvl4pPr>
            <a:lvl5pPr lvl="4" algn="r">
              <a:buNone/>
              <a:defRPr sz="3822">
                <a:solidFill>
                  <a:schemeClr val="dk2"/>
                </a:solidFill>
              </a:defRPr>
            </a:lvl5pPr>
            <a:lvl6pPr lvl="5" algn="r">
              <a:buNone/>
              <a:defRPr sz="3822">
                <a:solidFill>
                  <a:schemeClr val="dk2"/>
                </a:solidFill>
              </a:defRPr>
            </a:lvl6pPr>
            <a:lvl7pPr lvl="6" algn="r">
              <a:buNone/>
              <a:defRPr sz="3822">
                <a:solidFill>
                  <a:schemeClr val="dk2"/>
                </a:solidFill>
              </a:defRPr>
            </a:lvl7pPr>
            <a:lvl8pPr lvl="7" algn="r">
              <a:buNone/>
              <a:defRPr sz="3822">
                <a:solidFill>
                  <a:schemeClr val="dk2"/>
                </a:solidFill>
              </a:defRPr>
            </a:lvl8pPr>
            <a:lvl9pPr lvl="8" algn="r">
              <a:buNone/>
              <a:defRPr sz="3822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 flipH="1" rot="5400000">
            <a:off x="15798750" y="4825950"/>
            <a:ext cx="1320900" cy="32918400"/>
          </a:xfrm>
          <a:prstGeom prst="rect">
            <a:avLst/>
          </a:prstGeom>
          <a:solidFill>
            <a:srgbClr val="434342"/>
          </a:solidFill>
          <a:ln>
            <a:noFill/>
          </a:ln>
        </p:spPr>
        <p:txBody>
          <a:bodyPr anchorCtr="0" anchor="ctr" bIns="33000" lIns="66025" spcFirstLastPara="1" rIns="66025" wrap="square" tIns="33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34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" name="Google Shape;55;p13"/>
          <p:cNvCxnSpPr/>
          <p:nvPr/>
        </p:nvCxnSpPr>
        <p:spPr>
          <a:xfrm>
            <a:off x="16490659" y="4458591"/>
            <a:ext cx="0" cy="32918400"/>
          </a:xfrm>
          <a:prstGeom prst="straightConnector1">
            <a:avLst/>
          </a:prstGeom>
          <a:noFill/>
          <a:ln cap="flat" cmpd="sng" w="183450">
            <a:solidFill>
              <a:srgbClr val="08A1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13"/>
          <p:cNvSpPr txBox="1"/>
          <p:nvPr/>
        </p:nvSpPr>
        <p:spPr>
          <a:xfrm>
            <a:off x="5429250" y="1329633"/>
            <a:ext cx="26346300" cy="19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2"/>
              </a:buClr>
              <a:buSzPts val="6139"/>
              <a:buFont typeface="Quattrocento"/>
              <a:buNone/>
            </a:pPr>
            <a:r>
              <a:rPr b="1" i="0" lang="en-GB" sz="6139" u="none" cap="none" strike="noStrike">
                <a:solidFill>
                  <a:srgbClr val="434342"/>
                </a:solidFill>
                <a:latin typeface="Quattrocento"/>
                <a:ea typeface="Quattrocento"/>
                <a:cs typeface="Quattrocento"/>
                <a:sym typeface="Quattrocento"/>
              </a:rPr>
              <a:t>Title Will Go Here: Title Will Go Here, Title Will Go Here, Title Will Go Here </a:t>
            </a:r>
            <a:endParaRPr sz="1011"/>
          </a:p>
        </p:txBody>
      </p:sp>
      <p:sp>
        <p:nvSpPr>
          <p:cNvPr id="57" name="Google Shape;57;p13"/>
          <p:cNvSpPr txBox="1"/>
          <p:nvPr/>
        </p:nvSpPr>
        <p:spPr>
          <a:xfrm>
            <a:off x="4972050" y="3175631"/>
            <a:ext cx="26346300" cy="6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2"/>
              </a:buClr>
              <a:buSzPts val="4044"/>
              <a:buFont typeface="Arial"/>
              <a:buNone/>
            </a:pPr>
            <a:r>
              <a:rPr b="0" i="0" lang="en-GB" sz="4044" u="none" cap="none" strike="noStrike">
                <a:solidFill>
                  <a:srgbClr val="43434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 Author Names and Information</a:t>
            </a:r>
            <a:endParaRPr sz="1011"/>
          </a:p>
        </p:txBody>
      </p:sp>
      <p:sp>
        <p:nvSpPr>
          <p:cNvPr id="58" name="Google Shape;58;p13"/>
          <p:cNvSpPr/>
          <p:nvPr/>
        </p:nvSpPr>
        <p:spPr>
          <a:xfrm>
            <a:off x="600376" y="4866307"/>
            <a:ext cx="7468500" cy="609600"/>
          </a:xfrm>
          <a:prstGeom prst="rect">
            <a:avLst/>
          </a:prstGeom>
          <a:solidFill>
            <a:srgbClr val="F96A1B"/>
          </a:solidFill>
          <a:ln>
            <a:noFill/>
          </a:ln>
        </p:spPr>
        <p:txBody>
          <a:bodyPr anchorCtr="0" anchor="ctr" bIns="0" lIns="99025" spcFirstLastPara="1" rIns="990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178" u="none" cap="none" strike="noStrike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Abstract</a:t>
            </a:r>
            <a:endParaRPr sz="1011"/>
          </a:p>
        </p:txBody>
      </p:sp>
      <p:sp>
        <p:nvSpPr>
          <p:cNvPr id="59" name="Google Shape;59;p13"/>
          <p:cNvSpPr/>
          <p:nvPr/>
        </p:nvSpPr>
        <p:spPr>
          <a:xfrm>
            <a:off x="600376" y="10904051"/>
            <a:ext cx="7468500" cy="609600"/>
          </a:xfrm>
          <a:prstGeom prst="rect">
            <a:avLst/>
          </a:prstGeom>
          <a:solidFill>
            <a:srgbClr val="F96A1B"/>
          </a:solidFill>
          <a:ln>
            <a:noFill/>
          </a:ln>
        </p:spPr>
        <p:txBody>
          <a:bodyPr anchorCtr="0" anchor="ctr" bIns="0" lIns="99025" spcFirstLastPara="1" rIns="990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178" u="none" cap="none" strike="noStrike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Introduction</a:t>
            </a:r>
            <a:endParaRPr b="1" i="0" sz="2600" u="none" cap="none" strike="noStrike">
              <a:solidFill>
                <a:srgbClr val="FFFFFF"/>
              </a:solidFill>
              <a:latin typeface="Quattrocento"/>
              <a:ea typeface="Quattrocento"/>
              <a:cs typeface="Quattrocento"/>
              <a:sym typeface="Quattrocento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24849656" y="4866307"/>
            <a:ext cx="7468500" cy="609600"/>
          </a:xfrm>
          <a:prstGeom prst="rect">
            <a:avLst/>
          </a:prstGeom>
          <a:solidFill>
            <a:srgbClr val="F96A1B"/>
          </a:solidFill>
          <a:ln>
            <a:noFill/>
          </a:ln>
        </p:spPr>
        <p:txBody>
          <a:bodyPr anchorCtr="0" anchor="ctr" bIns="0" lIns="99025" spcFirstLastPara="1" rIns="990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178" u="none" cap="none" strike="noStrike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Results</a:t>
            </a:r>
            <a:endParaRPr b="1" i="0" sz="2600" u="none" cap="none" strike="noStrike">
              <a:solidFill>
                <a:srgbClr val="FFFFFF"/>
              </a:solidFill>
              <a:latin typeface="Quattrocento"/>
              <a:ea typeface="Quattrocento"/>
              <a:cs typeface="Quattrocento"/>
              <a:sym typeface="Quattrocento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24849655" y="10904051"/>
            <a:ext cx="7468500" cy="609600"/>
          </a:xfrm>
          <a:prstGeom prst="rect">
            <a:avLst/>
          </a:prstGeom>
          <a:solidFill>
            <a:srgbClr val="F96A1B"/>
          </a:solidFill>
          <a:ln>
            <a:noFill/>
          </a:ln>
        </p:spPr>
        <p:txBody>
          <a:bodyPr anchorCtr="0" anchor="ctr" bIns="0" lIns="99025" spcFirstLastPara="1" rIns="990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178" u="none" cap="none" strike="noStrike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Conclusion</a:t>
            </a:r>
            <a:endParaRPr b="1" i="0" sz="2600" u="none" cap="none" strike="noStrike">
              <a:solidFill>
                <a:srgbClr val="FFFFFF"/>
              </a:solidFill>
              <a:latin typeface="Quattrocento"/>
              <a:ea typeface="Quattrocento"/>
              <a:cs typeface="Quattrocento"/>
              <a:sym typeface="Quattrocento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8674997" y="4866307"/>
            <a:ext cx="15574200" cy="609600"/>
          </a:xfrm>
          <a:prstGeom prst="rect">
            <a:avLst/>
          </a:prstGeom>
          <a:solidFill>
            <a:srgbClr val="F96A1B"/>
          </a:solidFill>
          <a:ln>
            <a:noFill/>
          </a:ln>
        </p:spPr>
        <p:txBody>
          <a:bodyPr anchorCtr="0" anchor="ctr" bIns="0" lIns="99025" spcFirstLastPara="1" rIns="990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178" u="none" cap="none" strike="noStrike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Methodology</a:t>
            </a:r>
            <a:endParaRPr b="1" i="0" sz="2600" u="none" cap="none" strike="noStrike">
              <a:solidFill>
                <a:srgbClr val="FFFFFF"/>
              </a:solidFill>
              <a:latin typeface="Quattrocento"/>
              <a:ea typeface="Quattrocento"/>
              <a:cs typeface="Quattrocento"/>
              <a:sym typeface="Quattrocento"/>
            </a:endParaRPr>
          </a:p>
        </p:txBody>
      </p:sp>
      <p:sp>
        <p:nvSpPr>
          <p:cNvPr id="63" name="Google Shape;63;p13"/>
          <p:cNvSpPr/>
          <p:nvPr/>
        </p:nvSpPr>
        <p:spPr>
          <a:xfrm flipH="1" rot="5400000">
            <a:off x="16230600" y="-16230600"/>
            <a:ext cx="457200" cy="32918400"/>
          </a:xfrm>
          <a:prstGeom prst="rect">
            <a:avLst/>
          </a:prstGeom>
          <a:solidFill>
            <a:srgbClr val="08A1D9"/>
          </a:solidFill>
          <a:ln>
            <a:noFill/>
          </a:ln>
        </p:spPr>
        <p:txBody>
          <a:bodyPr anchorCtr="0" anchor="ctr" bIns="33000" lIns="66025" spcFirstLastPara="1" rIns="66025" wrap="square" tIns="33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34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ngladesh University of Engineering and Technology - Wikipedia" id="64" name="Google Shape;6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708990"/>
            <a:ext cx="3092598" cy="3092598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3"/>
          <p:cNvSpPr txBox="1"/>
          <p:nvPr/>
        </p:nvSpPr>
        <p:spPr>
          <a:xfrm>
            <a:off x="893134" y="3981347"/>
            <a:ext cx="3386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00" lIns="66025" spcFirstLastPara="1" rIns="66025" wrap="square" tIns="33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889" u="none" cap="none" strike="noStrike">
                <a:solidFill>
                  <a:srgbClr val="800000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CSE, BUET</a:t>
            </a:r>
            <a:endParaRPr b="1" i="0" sz="5344" u="none" cap="none" strike="noStrike">
              <a:solidFill>
                <a:srgbClr val="800000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24912575" y="16031409"/>
            <a:ext cx="7468500" cy="609600"/>
          </a:xfrm>
          <a:prstGeom prst="rect">
            <a:avLst/>
          </a:prstGeom>
          <a:solidFill>
            <a:srgbClr val="F96A1B"/>
          </a:solidFill>
          <a:ln>
            <a:noFill/>
          </a:ln>
        </p:spPr>
        <p:txBody>
          <a:bodyPr anchorCtr="0" anchor="ctr" bIns="0" lIns="99025" spcFirstLastPara="1" rIns="990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178" u="none" cap="none" strike="noStrike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References</a:t>
            </a:r>
            <a:endParaRPr b="1" i="0" sz="2600" u="none" cap="none" strike="noStrike">
              <a:solidFill>
                <a:srgbClr val="FFFFFF"/>
              </a:solidFill>
              <a:latin typeface="Quattrocento"/>
              <a:ea typeface="Quattrocento"/>
              <a:cs typeface="Quattrocento"/>
              <a:sym typeface="Quattrocento"/>
            </a:endParaRPr>
          </a:p>
        </p:txBody>
      </p:sp>
      <p:sp>
        <p:nvSpPr>
          <p:cNvPr id="67" name="Google Shape;67;p13"/>
          <p:cNvSpPr/>
          <p:nvPr/>
        </p:nvSpPr>
        <p:spPr>
          <a:xfrm>
            <a:off x="620254" y="5484633"/>
            <a:ext cx="7468500" cy="5165400"/>
          </a:xfrm>
          <a:prstGeom prst="rect">
            <a:avLst/>
          </a:prstGeom>
          <a:solidFill>
            <a:srgbClr val="E3E3E5"/>
          </a:solidFill>
          <a:ln>
            <a:noFill/>
          </a:ln>
        </p:spPr>
        <p:txBody>
          <a:bodyPr anchorCtr="0" anchor="ctr" bIns="0" lIns="99025" spcFirstLastPara="1" rIns="990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600" u="none" cap="none" strike="noStrike">
              <a:solidFill>
                <a:srgbClr val="FFFFFF"/>
              </a:solidFill>
              <a:latin typeface="Quattrocento"/>
              <a:ea typeface="Quattrocento"/>
              <a:cs typeface="Quattrocento"/>
              <a:sym typeface="Quattrocento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600376" y="5554151"/>
            <a:ext cx="7468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00" lIns="66000" spcFirstLastPara="1" rIns="66000" wrap="square" tIns="33000">
            <a:sp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311" u="none" cap="none" strike="noStrike">
                <a:solidFill>
                  <a:srgbClr val="434342"/>
                </a:solidFill>
                <a:latin typeface="Arial"/>
                <a:ea typeface="Arial"/>
                <a:cs typeface="Arial"/>
                <a:sym typeface="Arial"/>
              </a:rPr>
              <a:t>Add your information, graphs and images to this section.</a:t>
            </a:r>
            <a:endParaRPr sz="1011"/>
          </a:p>
        </p:txBody>
      </p:sp>
      <p:sp>
        <p:nvSpPr>
          <p:cNvPr id="69" name="Google Shape;69;p13"/>
          <p:cNvSpPr/>
          <p:nvPr/>
        </p:nvSpPr>
        <p:spPr>
          <a:xfrm>
            <a:off x="620254" y="11497274"/>
            <a:ext cx="7468500" cy="8665200"/>
          </a:xfrm>
          <a:prstGeom prst="rect">
            <a:avLst/>
          </a:prstGeom>
          <a:solidFill>
            <a:srgbClr val="E3E3E5"/>
          </a:solidFill>
          <a:ln>
            <a:noFill/>
          </a:ln>
        </p:spPr>
        <p:txBody>
          <a:bodyPr anchorCtr="0" anchor="ctr" bIns="0" lIns="99025" spcFirstLastPara="1" rIns="990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600" u="none" cap="none" strike="noStrike">
              <a:solidFill>
                <a:srgbClr val="FFFFFF"/>
              </a:solidFill>
              <a:latin typeface="Quattrocento"/>
              <a:ea typeface="Quattrocento"/>
              <a:cs typeface="Quattrocento"/>
              <a:sym typeface="Quattrocento"/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600376" y="11617909"/>
            <a:ext cx="7468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00" lIns="66000" spcFirstLastPara="1" rIns="66000" wrap="square" tIns="33000">
            <a:sp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311" u="none" cap="none" strike="noStrike">
                <a:solidFill>
                  <a:srgbClr val="434342"/>
                </a:solidFill>
                <a:latin typeface="Arial"/>
                <a:ea typeface="Arial"/>
                <a:cs typeface="Arial"/>
                <a:sym typeface="Arial"/>
              </a:rPr>
              <a:t>Add your information, graphs and images to this section.</a:t>
            </a:r>
            <a:endParaRPr sz="1011"/>
          </a:p>
        </p:txBody>
      </p:sp>
      <p:sp>
        <p:nvSpPr>
          <p:cNvPr id="71" name="Google Shape;71;p13"/>
          <p:cNvSpPr/>
          <p:nvPr/>
        </p:nvSpPr>
        <p:spPr>
          <a:xfrm>
            <a:off x="8732042" y="5475907"/>
            <a:ext cx="15517200" cy="14686800"/>
          </a:xfrm>
          <a:prstGeom prst="rect">
            <a:avLst/>
          </a:prstGeom>
          <a:solidFill>
            <a:srgbClr val="E3E3E5"/>
          </a:solidFill>
          <a:ln>
            <a:noFill/>
          </a:ln>
        </p:spPr>
        <p:txBody>
          <a:bodyPr anchorCtr="0" anchor="ctr" bIns="0" lIns="99025" spcFirstLastPara="1" rIns="990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311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16780910" y="5570539"/>
            <a:ext cx="7468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00" lIns="66000" spcFirstLastPara="1" rIns="66000" wrap="square" tIns="33000">
            <a:sp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311" u="none" cap="none" strike="noStrike">
                <a:solidFill>
                  <a:srgbClr val="434342"/>
                </a:solidFill>
                <a:latin typeface="Arial"/>
                <a:ea typeface="Arial"/>
                <a:cs typeface="Arial"/>
                <a:sym typeface="Arial"/>
              </a:rPr>
              <a:t>Add your information, graphs and images to this section.</a:t>
            </a:r>
            <a:endParaRPr sz="1011"/>
          </a:p>
        </p:txBody>
      </p:sp>
      <p:sp>
        <p:nvSpPr>
          <p:cNvPr id="73" name="Google Shape;73;p13"/>
          <p:cNvSpPr txBox="1"/>
          <p:nvPr/>
        </p:nvSpPr>
        <p:spPr>
          <a:xfrm>
            <a:off x="8669121" y="5570539"/>
            <a:ext cx="7468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00" lIns="66000" spcFirstLastPara="1" rIns="66000" wrap="square" tIns="33000">
            <a:sp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311" u="none" cap="none" strike="noStrike">
                <a:solidFill>
                  <a:srgbClr val="434342"/>
                </a:solidFill>
                <a:latin typeface="Arial"/>
                <a:ea typeface="Arial"/>
                <a:cs typeface="Arial"/>
                <a:sym typeface="Arial"/>
              </a:rPr>
              <a:t>Add your information, graphs and images to this section.</a:t>
            </a:r>
            <a:endParaRPr sz="1011"/>
          </a:p>
        </p:txBody>
      </p:sp>
      <p:sp>
        <p:nvSpPr>
          <p:cNvPr id="74" name="Google Shape;74;p13"/>
          <p:cNvSpPr/>
          <p:nvPr/>
        </p:nvSpPr>
        <p:spPr>
          <a:xfrm>
            <a:off x="24849654" y="5459529"/>
            <a:ext cx="7468500" cy="5165400"/>
          </a:xfrm>
          <a:prstGeom prst="rect">
            <a:avLst/>
          </a:prstGeom>
          <a:solidFill>
            <a:srgbClr val="E3E3E5"/>
          </a:solidFill>
          <a:ln>
            <a:noFill/>
          </a:ln>
        </p:spPr>
        <p:txBody>
          <a:bodyPr anchorCtr="0" anchor="ctr" bIns="0" lIns="99025" spcFirstLastPara="1" rIns="990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600" u="none" cap="none" strike="noStrike">
              <a:solidFill>
                <a:srgbClr val="FFFFFF"/>
              </a:solidFill>
              <a:latin typeface="Quattrocento"/>
              <a:ea typeface="Quattrocento"/>
              <a:cs typeface="Quattrocento"/>
              <a:sym typeface="Quattrocento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24849656" y="5570539"/>
            <a:ext cx="7468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00" lIns="66000" spcFirstLastPara="1" rIns="66000" wrap="square" tIns="33000">
            <a:sp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311" u="none" cap="none" strike="noStrike">
                <a:solidFill>
                  <a:srgbClr val="434342"/>
                </a:solidFill>
                <a:latin typeface="Arial"/>
                <a:ea typeface="Arial"/>
                <a:cs typeface="Arial"/>
                <a:sym typeface="Arial"/>
              </a:rPr>
              <a:t>Add your information, graphs and images to this section.</a:t>
            </a:r>
            <a:endParaRPr sz="1011"/>
          </a:p>
        </p:txBody>
      </p:sp>
      <p:sp>
        <p:nvSpPr>
          <p:cNvPr id="76" name="Google Shape;76;p13"/>
          <p:cNvSpPr/>
          <p:nvPr/>
        </p:nvSpPr>
        <p:spPr>
          <a:xfrm>
            <a:off x="24917400" y="16611599"/>
            <a:ext cx="7468500" cy="3551100"/>
          </a:xfrm>
          <a:prstGeom prst="rect">
            <a:avLst/>
          </a:prstGeom>
          <a:solidFill>
            <a:srgbClr val="E3E3E5"/>
          </a:solidFill>
          <a:ln>
            <a:noFill/>
          </a:ln>
        </p:spPr>
        <p:txBody>
          <a:bodyPr anchorCtr="0" anchor="ctr" bIns="0" lIns="99025" spcFirstLastPara="1" rIns="990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600" u="none" cap="none" strike="noStrike">
              <a:solidFill>
                <a:srgbClr val="FFFFFF"/>
              </a:solidFill>
              <a:latin typeface="Quattrocento"/>
              <a:ea typeface="Quattrocento"/>
              <a:cs typeface="Quattrocento"/>
              <a:sym typeface="Quattrocento"/>
            </a:endParaRPr>
          </a:p>
        </p:txBody>
      </p:sp>
      <p:sp>
        <p:nvSpPr>
          <p:cNvPr id="77" name="Google Shape;77;p13"/>
          <p:cNvSpPr/>
          <p:nvPr/>
        </p:nvSpPr>
        <p:spPr>
          <a:xfrm>
            <a:off x="24875304" y="11472581"/>
            <a:ext cx="7468500" cy="4278000"/>
          </a:xfrm>
          <a:prstGeom prst="rect">
            <a:avLst/>
          </a:prstGeom>
          <a:solidFill>
            <a:srgbClr val="E3E3E5"/>
          </a:solidFill>
          <a:ln>
            <a:noFill/>
          </a:ln>
        </p:spPr>
        <p:txBody>
          <a:bodyPr anchorCtr="0" anchor="ctr" bIns="0" lIns="99025" spcFirstLastPara="1" rIns="990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600" u="none" cap="none" strike="noStrike">
              <a:solidFill>
                <a:srgbClr val="FFFFFF"/>
              </a:solidFill>
              <a:latin typeface="Quattrocento"/>
              <a:ea typeface="Quattrocento"/>
              <a:cs typeface="Quattrocento"/>
              <a:sym typeface="Quattrocento"/>
            </a:endParaRPr>
          </a:p>
        </p:txBody>
      </p:sp>
      <p:sp>
        <p:nvSpPr>
          <p:cNvPr id="78" name="Google Shape;78;p13"/>
          <p:cNvSpPr txBox="1"/>
          <p:nvPr/>
        </p:nvSpPr>
        <p:spPr>
          <a:xfrm>
            <a:off x="24849655" y="11611560"/>
            <a:ext cx="7468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00" lIns="66000" spcFirstLastPara="1" rIns="66000" wrap="square" tIns="33000">
            <a:sp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311" u="none" cap="none" strike="noStrike">
                <a:solidFill>
                  <a:srgbClr val="434342"/>
                </a:solidFill>
                <a:latin typeface="Arial"/>
                <a:ea typeface="Arial"/>
                <a:cs typeface="Arial"/>
                <a:sym typeface="Arial"/>
              </a:rPr>
              <a:t>Add your information, graphs and images to this section.</a:t>
            </a:r>
            <a:endParaRPr sz="1011"/>
          </a:p>
        </p:txBody>
      </p:sp>
      <p:sp>
        <p:nvSpPr>
          <p:cNvPr id="79" name="Google Shape;79;p13"/>
          <p:cNvSpPr txBox="1"/>
          <p:nvPr/>
        </p:nvSpPr>
        <p:spPr>
          <a:xfrm>
            <a:off x="24912575" y="16770760"/>
            <a:ext cx="7468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00" lIns="66000" spcFirstLastPara="1" rIns="66000" wrap="square" tIns="33000">
            <a:sp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311" u="none" cap="none" strike="noStrike">
                <a:solidFill>
                  <a:srgbClr val="434342"/>
                </a:solidFill>
                <a:latin typeface="Arial"/>
                <a:ea typeface="Arial"/>
                <a:cs typeface="Arial"/>
                <a:sym typeface="Arial"/>
              </a:rPr>
              <a:t>Add your information, graphs and images to this section.</a:t>
            </a:r>
            <a:endParaRPr sz="1011"/>
          </a:p>
        </p:txBody>
      </p:sp>
      <p:sp>
        <p:nvSpPr>
          <p:cNvPr id="80" name="Google Shape;80;p13"/>
          <p:cNvSpPr txBox="1"/>
          <p:nvPr/>
        </p:nvSpPr>
        <p:spPr>
          <a:xfrm>
            <a:off x="2964413" y="21172887"/>
            <a:ext cx="26346300" cy="6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44"/>
              <a:buFont typeface="Arial"/>
              <a:buNone/>
            </a:pPr>
            <a:r>
              <a:rPr b="0" i="0" lang="en-GB" sz="4044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Accepted/Presented at […………………………………………………………..]</a:t>
            </a:r>
            <a:endParaRPr sz="101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